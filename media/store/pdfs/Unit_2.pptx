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 id="2147483680" r:id="rId2"/>
    <p:sldMasterId id="2147483696" r:id="rId3"/>
    <p:sldMasterId id="2147483712" r:id="rId4"/>
    <p:sldMasterId id="2147483734" r:id="rId5"/>
  </p:sldMasterIdLst>
  <p:notesMasterIdLst>
    <p:notesMasterId r:id="rId28"/>
  </p:notesMasterIdLst>
  <p:sldIdLst>
    <p:sldId id="282" r:id="rId6"/>
    <p:sldId id="347" r:id="rId7"/>
    <p:sldId id="335" r:id="rId8"/>
    <p:sldId id="348" r:id="rId9"/>
    <p:sldId id="356" r:id="rId10"/>
    <p:sldId id="355" r:id="rId11"/>
    <p:sldId id="359" r:id="rId12"/>
    <p:sldId id="360" r:id="rId13"/>
    <p:sldId id="357" r:id="rId14"/>
    <p:sldId id="358" r:id="rId15"/>
    <p:sldId id="362" r:id="rId16"/>
    <p:sldId id="364" r:id="rId17"/>
    <p:sldId id="365" r:id="rId18"/>
    <p:sldId id="366" r:id="rId19"/>
    <p:sldId id="367" r:id="rId20"/>
    <p:sldId id="368" r:id="rId21"/>
    <p:sldId id="369" r:id="rId22"/>
    <p:sldId id="370" r:id="rId23"/>
    <p:sldId id="371" r:id="rId24"/>
    <p:sldId id="372" r:id="rId25"/>
    <p:sldId id="373" r:id="rId26"/>
    <p:sldId id="354" r:id="rId27"/>
  </p:sldIdLst>
  <p:sldSz cx="14630400" cy="8229600"/>
  <p:notesSz cx="6858000" cy="9144000"/>
  <p:defaultTextStyle>
    <a:defPPr>
      <a:defRPr lang="en-US"/>
    </a:defPPr>
    <a:lvl1pPr marL="0" algn="l" defTabSz="1306025" rtl="0" eaLnBrk="1" latinLnBrk="0" hangingPunct="1">
      <a:defRPr sz="2600" kern="1200">
        <a:solidFill>
          <a:schemeClr val="tx1"/>
        </a:solidFill>
        <a:latin typeface="+mn-lt"/>
        <a:ea typeface="+mn-ea"/>
        <a:cs typeface="+mn-cs"/>
      </a:defRPr>
    </a:lvl1pPr>
    <a:lvl2pPr marL="653012" algn="l" defTabSz="1306025" rtl="0" eaLnBrk="1" latinLnBrk="0" hangingPunct="1">
      <a:defRPr sz="2600" kern="1200">
        <a:solidFill>
          <a:schemeClr val="tx1"/>
        </a:solidFill>
        <a:latin typeface="+mn-lt"/>
        <a:ea typeface="+mn-ea"/>
        <a:cs typeface="+mn-cs"/>
      </a:defRPr>
    </a:lvl2pPr>
    <a:lvl3pPr marL="1306025" algn="l" defTabSz="1306025" rtl="0" eaLnBrk="1" latinLnBrk="0" hangingPunct="1">
      <a:defRPr sz="2600" kern="1200">
        <a:solidFill>
          <a:schemeClr val="tx1"/>
        </a:solidFill>
        <a:latin typeface="+mn-lt"/>
        <a:ea typeface="+mn-ea"/>
        <a:cs typeface="+mn-cs"/>
      </a:defRPr>
    </a:lvl3pPr>
    <a:lvl4pPr marL="1959038" algn="l" defTabSz="1306025" rtl="0" eaLnBrk="1" latinLnBrk="0" hangingPunct="1">
      <a:defRPr sz="2600" kern="1200">
        <a:solidFill>
          <a:schemeClr val="tx1"/>
        </a:solidFill>
        <a:latin typeface="+mn-lt"/>
        <a:ea typeface="+mn-ea"/>
        <a:cs typeface="+mn-cs"/>
      </a:defRPr>
    </a:lvl4pPr>
    <a:lvl5pPr marL="2612051" algn="l" defTabSz="1306025" rtl="0" eaLnBrk="1" latinLnBrk="0" hangingPunct="1">
      <a:defRPr sz="2600" kern="1200">
        <a:solidFill>
          <a:schemeClr val="tx1"/>
        </a:solidFill>
        <a:latin typeface="+mn-lt"/>
        <a:ea typeface="+mn-ea"/>
        <a:cs typeface="+mn-cs"/>
      </a:defRPr>
    </a:lvl5pPr>
    <a:lvl6pPr marL="3265062" algn="l" defTabSz="1306025" rtl="0" eaLnBrk="1" latinLnBrk="0" hangingPunct="1">
      <a:defRPr sz="2600" kern="1200">
        <a:solidFill>
          <a:schemeClr val="tx1"/>
        </a:solidFill>
        <a:latin typeface="+mn-lt"/>
        <a:ea typeface="+mn-ea"/>
        <a:cs typeface="+mn-cs"/>
      </a:defRPr>
    </a:lvl6pPr>
    <a:lvl7pPr marL="3918074" algn="l" defTabSz="1306025" rtl="0" eaLnBrk="1" latinLnBrk="0" hangingPunct="1">
      <a:defRPr sz="2600" kern="1200">
        <a:solidFill>
          <a:schemeClr val="tx1"/>
        </a:solidFill>
        <a:latin typeface="+mn-lt"/>
        <a:ea typeface="+mn-ea"/>
        <a:cs typeface="+mn-cs"/>
      </a:defRPr>
    </a:lvl7pPr>
    <a:lvl8pPr marL="4571086" algn="l" defTabSz="1306025" rtl="0" eaLnBrk="1" latinLnBrk="0" hangingPunct="1">
      <a:defRPr sz="2600" kern="1200">
        <a:solidFill>
          <a:schemeClr val="tx1"/>
        </a:solidFill>
        <a:latin typeface="+mn-lt"/>
        <a:ea typeface="+mn-ea"/>
        <a:cs typeface="+mn-cs"/>
      </a:defRPr>
    </a:lvl8pPr>
    <a:lvl9pPr marL="5224097" algn="l" defTabSz="1306025" rtl="0" eaLnBrk="1" latinLnBrk="0" hangingPunct="1">
      <a:defRPr sz="2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CC"/>
    <a:srgbClr val="538CFF"/>
    <a:srgbClr val="3366CC"/>
    <a:srgbClr val="B40000"/>
    <a:srgbClr val="7FA3CF"/>
    <a:srgbClr val="3F7FFF"/>
    <a:srgbClr val="6F93DB"/>
    <a:srgbClr val="6D9E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4434" autoAdjust="0"/>
  </p:normalViewPr>
  <p:slideViewPr>
    <p:cSldViewPr>
      <p:cViewPr>
        <p:scale>
          <a:sx n="75" d="100"/>
          <a:sy n="75" d="100"/>
        </p:scale>
        <p:origin x="204" y="-372"/>
      </p:cViewPr>
      <p:guideLst>
        <p:guide orient="horz" pos="2592"/>
        <p:guide pos="4608"/>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83" d="100"/>
          <a:sy n="83" d="100"/>
        </p:scale>
        <p:origin x="-2368" y="-11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49FADA-C8A6-41CB-80FD-8226B17F134F}" type="datetimeFigureOut">
              <a:rPr lang="en-US" smtClean="0"/>
              <a:pPr/>
              <a:t>5/19/2026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E01517-4172-4077-848B-2264E0EA59BA}" type="slidenum">
              <a:rPr lang="en-US" smtClean="0"/>
              <a:pPr/>
              <a:t>‹#›</a:t>
            </a:fld>
            <a:endParaRPr lang="en-US"/>
          </a:p>
        </p:txBody>
      </p:sp>
    </p:spTree>
    <p:extLst>
      <p:ext uri="{BB962C8B-B14F-4D97-AF65-F5344CB8AC3E}">
        <p14:creationId xmlns:p14="http://schemas.microsoft.com/office/powerpoint/2010/main" val="1663916623"/>
      </p:ext>
    </p:extLst>
  </p:cSld>
  <p:clrMap bg1="lt1" tx1="dk1" bg2="lt2" tx2="dk2" accent1="accent1" accent2="accent2" accent3="accent3" accent4="accent4" accent5="accent5" accent6="accent6" hlink="hlink" folHlink="folHlink"/>
  <p:notesStyle>
    <a:lvl1pPr marL="0" algn="l" defTabSz="914263" rtl="0" eaLnBrk="1" latinLnBrk="0" hangingPunct="1">
      <a:defRPr sz="1100" kern="1200">
        <a:solidFill>
          <a:schemeClr val="tx1"/>
        </a:solidFill>
        <a:latin typeface="+mn-lt"/>
        <a:ea typeface="+mn-ea"/>
        <a:cs typeface="+mn-cs"/>
      </a:defRPr>
    </a:lvl1pPr>
    <a:lvl2pPr marL="457131" algn="l" defTabSz="914263" rtl="0" eaLnBrk="1" latinLnBrk="0" hangingPunct="1">
      <a:defRPr sz="1100" kern="1200">
        <a:solidFill>
          <a:schemeClr val="tx1"/>
        </a:solidFill>
        <a:latin typeface="+mn-lt"/>
        <a:ea typeface="+mn-ea"/>
        <a:cs typeface="+mn-cs"/>
      </a:defRPr>
    </a:lvl2pPr>
    <a:lvl3pPr marL="914263" algn="l" defTabSz="914263" rtl="0" eaLnBrk="1" latinLnBrk="0" hangingPunct="1">
      <a:defRPr sz="1100" kern="1200">
        <a:solidFill>
          <a:schemeClr val="tx1"/>
        </a:solidFill>
        <a:latin typeface="+mn-lt"/>
        <a:ea typeface="+mn-ea"/>
        <a:cs typeface="+mn-cs"/>
      </a:defRPr>
    </a:lvl3pPr>
    <a:lvl4pPr marL="1371394" algn="l" defTabSz="914263" rtl="0" eaLnBrk="1" latinLnBrk="0" hangingPunct="1">
      <a:defRPr sz="1100" kern="1200">
        <a:solidFill>
          <a:schemeClr val="tx1"/>
        </a:solidFill>
        <a:latin typeface="+mn-lt"/>
        <a:ea typeface="+mn-ea"/>
        <a:cs typeface="+mn-cs"/>
      </a:defRPr>
    </a:lvl4pPr>
    <a:lvl5pPr marL="1828526" algn="l" defTabSz="914263" rtl="0" eaLnBrk="1" latinLnBrk="0" hangingPunct="1">
      <a:defRPr sz="1100" kern="1200">
        <a:solidFill>
          <a:schemeClr val="tx1"/>
        </a:solidFill>
        <a:latin typeface="+mn-lt"/>
        <a:ea typeface="+mn-ea"/>
        <a:cs typeface="+mn-cs"/>
      </a:defRPr>
    </a:lvl5pPr>
    <a:lvl6pPr marL="2285657" algn="l" defTabSz="914263" rtl="0" eaLnBrk="1" latinLnBrk="0" hangingPunct="1">
      <a:defRPr sz="1100" kern="1200">
        <a:solidFill>
          <a:schemeClr val="tx1"/>
        </a:solidFill>
        <a:latin typeface="+mn-lt"/>
        <a:ea typeface="+mn-ea"/>
        <a:cs typeface="+mn-cs"/>
      </a:defRPr>
    </a:lvl6pPr>
    <a:lvl7pPr marL="2742789" algn="l" defTabSz="914263" rtl="0" eaLnBrk="1" latinLnBrk="0" hangingPunct="1">
      <a:defRPr sz="1100" kern="1200">
        <a:solidFill>
          <a:schemeClr val="tx1"/>
        </a:solidFill>
        <a:latin typeface="+mn-lt"/>
        <a:ea typeface="+mn-ea"/>
        <a:cs typeface="+mn-cs"/>
      </a:defRPr>
    </a:lvl7pPr>
    <a:lvl8pPr marL="3199920" algn="l" defTabSz="914263" rtl="0" eaLnBrk="1" latinLnBrk="0" hangingPunct="1">
      <a:defRPr sz="1100" kern="1200">
        <a:solidFill>
          <a:schemeClr val="tx1"/>
        </a:solidFill>
        <a:latin typeface="+mn-lt"/>
        <a:ea typeface="+mn-ea"/>
        <a:cs typeface="+mn-cs"/>
      </a:defRPr>
    </a:lvl8pPr>
    <a:lvl9pPr marL="3657051" algn="l" defTabSz="914263"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E01517-4172-4077-848B-2264E0EA59BA}" type="slidenum">
              <a:rPr lang="en-US" smtClean="0"/>
              <a:pPr/>
              <a:t>1</a:t>
            </a:fld>
            <a:endParaRPr lang="en-US"/>
          </a:p>
        </p:txBody>
      </p:sp>
    </p:spTree>
    <p:extLst>
      <p:ext uri="{BB962C8B-B14F-4D97-AF65-F5344CB8AC3E}">
        <p14:creationId xmlns:p14="http://schemas.microsoft.com/office/powerpoint/2010/main" val="1243776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2</a:t>
            </a:fld>
            <a:endParaRPr lang="en-US"/>
          </a:p>
        </p:txBody>
      </p:sp>
    </p:spTree>
    <p:extLst>
      <p:ext uri="{BB962C8B-B14F-4D97-AF65-F5344CB8AC3E}">
        <p14:creationId xmlns:p14="http://schemas.microsoft.com/office/powerpoint/2010/main" val="3673832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3</a:t>
            </a:fld>
            <a:endParaRPr lang="en-US"/>
          </a:p>
        </p:txBody>
      </p:sp>
    </p:spTree>
    <p:extLst>
      <p:ext uri="{BB962C8B-B14F-4D97-AF65-F5344CB8AC3E}">
        <p14:creationId xmlns:p14="http://schemas.microsoft.com/office/powerpoint/2010/main" val="220150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4</a:t>
            </a:fld>
            <a:endParaRPr lang="en-US"/>
          </a:p>
        </p:txBody>
      </p:sp>
    </p:spTree>
    <p:extLst>
      <p:ext uri="{BB962C8B-B14F-4D97-AF65-F5344CB8AC3E}">
        <p14:creationId xmlns:p14="http://schemas.microsoft.com/office/powerpoint/2010/main" val="3743043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5</a:t>
            </a:fld>
            <a:endParaRPr lang="en-US"/>
          </a:p>
        </p:txBody>
      </p:sp>
    </p:spTree>
    <p:extLst>
      <p:ext uri="{BB962C8B-B14F-4D97-AF65-F5344CB8AC3E}">
        <p14:creationId xmlns:p14="http://schemas.microsoft.com/office/powerpoint/2010/main" val="1279581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6</a:t>
            </a:fld>
            <a:endParaRPr lang="en-US"/>
          </a:p>
        </p:txBody>
      </p:sp>
    </p:spTree>
    <p:extLst>
      <p:ext uri="{BB962C8B-B14F-4D97-AF65-F5344CB8AC3E}">
        <p14:creationId xmlns:p14="http://schemas.microsoft.com/office/powerpoint/2010/main" val="2310585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7</a:t>
            </a:fld>
            <a:endParaRPr lang="en-US"/>
          </a:p>
        </p:txBody>
      </p:sp>
    </p:spTree>
    <p:extLst>
      <p:ext uri="{BB962C8B-B14F-4D97-AF65-F5344CB8AC3E}">
        <p14:creationId xmlns:p14="http://schemas.microsoft.com/office/powerpoint/2010/main" val="1660681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8</a:t>
            </a:fld>
            <a:endParaRPr lang="en-US"/>
          </a:p>
        </p:txBody>
      </p:sp>
    </p:spTree>
    <p:extLst>
      <p:ext uri="{BB962C8B-B14F-4D97-AF65-F5344CB8AC3E}">
        <p14:creationId xmlns:p14="http://schemas.microsoft.com/office/powerpoint/2010/main" val="265413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9</a:t>
            </a:fld>
            <a:endParaRPr lang="en-US"/>
          </a:p>
        </p:txBody>
      </p:sp>
    </p:spTree>
    <p:extLst>
      <p:ext uri="{BB962C8B-B14F-4D97-AF65-F5344CB8AC3E}">
        <p14:creationId xmlns:p14="http://schemas.microsoft.com/office/powerpoint/2010/main" val="179721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10</a:t>
            </a:fld>
            <a:endParaRPr lang="en-US"/>
          </a:p>
        </p:txBody>
      </p:sp>
    </p:spTree>
    <p:extLst>
      <p:ext uri="{BB962C8B-B14F-4D97-AF65-F5344CB8AC3E}">
        <p14:creationId xmlns:p14="http://schemas.microsoft.com/office/powerpoint/2010/main" val="2233747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11</a:t>
            </a:fld>
            <a:endParaRPr lang="en-US"/>
          </a:p>
        </p:txBody>
      </p:sp>
    </p:spTree>
    <p:extLst>
      <p:ext uri="{BB962C8B-B14F-4D97-AF65-F5344CB8AC3E}">
        <p14:creationId xmlns:p14="http://schemas.microsoft.com/office/powerpoint/2010/main" val="4139578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12</a:t>
            </a:fld>
            <a:endParaRPr lang="en-US"/>
          </a:p>
        </p:txBody>
      </p:sp>
    </p:spTree>
    <p:extLst>
      <p:ext uri="{BB962C8B-B14F-4D97-AF65-F5344CB8AC3E}">
        <p14:creationId xmlns:p14="http://schemas.microsoft.com/office/powerpoint/2010/main" val="1589615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13</a:t>
            </a:fld>
            <a:endParaRPr lang="en-US"/>
          </a:p>
        </p:txBody>
      </p:sp>
    </p:spTree>
    <p:extLst>
      <p:ext uri="{BB962C8B-B14F-4D97-AF65-F5344CB8AC3E}">
        <p14:creationId xmlns:p14="http://schemas.microsoft.com/office/powerpoint/2010/main" val="3981501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14</a:t>
            </a:fld>
            <a:endParaRPr lang="en-US"/>
          </a:p>
        </p:txBody>
      </p:sp>
    </p:spTree>
    <p:extLst>
      <p:ext uri="{BB962C8B-B14F-4D97-AF65-F5344CB8AC3E}">
        <p14:creationId xmlns:p14="http://schemas.microsoft.com/office/powerpoint/2010/main" val="747211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15</a:t>
            </a:fld>
            <a:endParaRPr lang="en-US"/>
          </a:p>
        </p:txBody>
      </p:sp>
    </p:spTree>
    <p:extLst>
      <p:ext uri="{BB962C8B-B14F-4D97-AF65-F5344CB8AC3E}">
        <p14:creationId xmlns:p14="http://schemas.microsoft.com/office/powerpoint/2010/main" val="16125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16</a:t>
            </a:fld>
            <a:endParaRPr lang="en-US"/>
          </a:p>
        </p:txBody>
      </p:sp>
    </p:spTree>
    <p:extLst>
      <p:ext uri="{BB962C8B-B14F-4D97-AF65-F5344CB8AC3E}">
        <p14:creationId xmlns:p14="http://schemas.microsoft.com/office/powerpoint/2010/main" val="3117584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17</a:t>
            </a:fld>
            <a:endParaRPr lang="en-US"/>
          </a:p>
        </p:txBody>
      </p:sp>
    </p:spTree>
    <p:extLst>
      <p:ext uri="{BB962C8B-B14F-4D97-AF65-F5344CB8AC3E}">
        <p14:creationId xmlns:p14="http://schemas.microsoft.com/office/powerpoint/2010/main" val="1447078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18</a:t>
            </a:fld>
            <a:endParaRPr lang="en-US"/>
          </a:p>
        </p:txBody>
      </p:sp>
    </p:spTree>
    <p:extLst>
      <p:ext uri="{BB962C8B-B14F-4D97-AF65-F5344CB8AC3E}">
        <p14:creationId xmlns:p14="http://schemas.microsoft.com/office/powerpoint/2010/main" val="10274265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19</a:t>
            </a:fld>
            <a:endParaRPr lang="en-US"/>
          </a:p>
        </p:txBody>
      </p:sp>
    </p:spTree>
    <p:extLst>
      <p:ext uri="{BB962C8B-B14F-4D97-AF65-F5344CB8AC3E}">
        <p14:creationId xmlns:p14="http://schemas.microsoft.com/office/powerpoint/2010/main" val="398744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20</a:t>
            </a:fld>
            <a:endParaRPr lang="en-US"/>
          </a:p>
        </p:txBody>
      </p:sp>
    </p:spTree>
    <p:extLst>
      <p:ext uri="{BB962C8B-B14F-4D97-AF65-F5344CB8AC3E}">
        <p14:creationId xmlns:p14="http://schemas.microsoft.com/office/powerpoint/2010/main" val="1666991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21</a:t>
            </a:fld>
            <a:endParaRPr lang="en-US"/>
          </a:p>
        </p:txBody>
      </p:sp>
    </p:spTree>
    <p:extLst>
      <p:ext uri="{BB962C8B-B14F-4D97-AF65-F5344CB8AC3E}">
        <p14:creationId xmlns:p14="http://schemas.microsoft.com/office/powerpoint/2010/main" val="3376689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smtClean="0">
                <a:solidFill>
                  <a:schemeClr val="tx1"/>
                </a:solidFill>
                <a:effectLst/>
                <a:latin typeface="+mn-lt"/>
                <a:ea typeface="+mn-ea"/>
                <a:cs typeface="+mn-cs"/>
              </a:rPr>
              <a:t>Machine Learning(ML) can be explained as automating and improving the learning process of computers based on their experiences without being actually programmed i.e. without any human assistance. The process starts with feeding good quality data and then training our machines(computers) by building machine learning models using the data and different algorithms. The choice of algorithms depends on what type of data do we have and what kind of task we are trying to automate</a:t>
            </a:r>
            <a:endParaRPr lang="en-US" dirty="0"/>
          </a:p>
        </p:txBody>
      </p:sp>
      <p:sp>
        <p:nvSpPr>
          <p:cNvPr id="4" name="Slide Number Placeholder 3"/>
          <p:cNvSpPr>
            <a:spLocks noGrp="1"/>
          </p:cNvSpPr>
          <p:nvPr>
            <p:ph type="sldNum" sz="quarter" idx="10"/>
          </p:nvPr>
        </p:nvSpPr>
        <p:spPr/>
        <p:txBody>
          <a:bodyPr/>
          <a:lstStyle/>
          <a:p>
            <a:fld id="{F3E01517-4172-4077-848B-2264E0EA59BA}" type="slidenum">
              <a:rPr lang="en-US" smtClean="0"/>
              <a:pPr/>
              <a:t>22</a:t>
            </a:fld>
            <a:endParaRPr lang="en-US"/>
          </a:p>
        </p:txBody>
      </p:sp>
    </p:spTree>
    <p:extLst>
      <p:ext uri="{BB962C8B-B14F-4D97-AF65-F5344CB8AC3E}">
        <p14:creationId xmlns:p14="http://schemas.microsoft.com/office/powerpoint/2010/main" val="8256768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sp>
        <p:nvSpPr>
          <p:cNvPr id="10" name="Rectangle 9"/>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Arial" charset="0"/>
              <a:cs typeface="Arial" charset="0"/>
            </a:endParaRPr>
          </a:p>
        </p:txBody>
      </p:sp>
      <p:sp>
        <p:nvSpPr>
          <p:cNvPr id="22" name="Title 1">
            <a:extLst>
              <a:ext uri="{FF2B5EF4-FFF2-40B4-BE49-F238E27FC236}">
                <a16:creationId xmlns:a16="http://schemas.microsoft.com/office/drawing/2014/main" id="{95547862-8F6A-BC48-853E-7BF0F3AB5234}"/>
              </a:ext>
            </a:extLst>
          </p:cNvPr>
          <p:cNvSpPr>
            <a:spLocks noGrp="1"/>
          </p:cNvSpPr>
          <p:nvPr>
            <p:ph type="title" hasCustomPrompt="1"/>
          </p:nvPr>
        </p:nvSpPr>
        <p:spPr bwMode="gray">
          <a:xfrm>
            <a:off x="1270264" y="2516375"/>
            <a:ext cx="10829879" cy="2100114"/>
          </a:xfrm>
          <a:prstGeom prst="rect">
            <a:avLst/>
          </a:prstGeom>
        </p:spPr>
        <p:txBody>
          <a:bodyPr lIns="109728" tIns="54864" rIns="109728" bIns="54864" anchor="ctr"/>
          <a:lstStyle>
            <a:lvl1pPr algn="l">
              <a:defRPr sz="4800" spc="0" baseline="0">
                <a:solidFill>
                  <a:schemeClr val="bg2">
                    <a:lumMod val="10000"/>
                  </a:schemeClr>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3" name="Text Placeholder 2">
            <a:extLst>
              <a:ext uri="{FF2B5EF4-FFF2-40B4-BE49-F238E27FC236}">
                <a16:creationId xmlns:a16="http://schemas.microsoft.com/office/drawing/2014/main" id="{AC21DD09-D74B-6A41-995D-4EFFC7616AA9}"/>
              </a:ext>
            </a:extLst>
          </p:cNvPr>
          <p:cNvSpPr>
            <a:spLocks noGrp="1"/>
          </p:cNvSpPr>
          <p:nvPr>
            <p:ph type="body" sz="quarter" idx="10" hasCustomPrompt="1"/>
          </p:nvPr>
        </p:nvSpPr>
        <p:spPr bwMode="gray">
          <a:xfrm>
            <a:off x="1255887" y="4923081"/>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Department and Division</a:t>
            </a:r>
          </a:p>
        </p:txBody>
      </p:sp>
      <p:sp>
        <p:nvSpPr>
          <p:cNvPr id="24" name="Text Placeholder 3">
            <a:extLst>
              <a:ext uri="{FF2B5EF4-FFF2-40B4-BE49-F238E27FC236}">
                <a16:creationId xmlns:a16="http://schemas.microsoft.com/office/drawing/2014/main" id="{5C1AED7A-5027-0946-AA64-E69562BB4602}"/>
              </a:ext>
            </a:extLst>
          </p:cNvPr>
          <p:cNvSpPr>
            <a:spLocks noGrp="1"/>
          </p:cNvSpPr>
          <p:nvPr>
            <p:ph type="body" sz="quarter" idx="11" hasCustomPrompt="1"/>
          </p:nvPr>
        </p:nvSpPr>
        <p:spPr bwMode="gray">
          <a:xfrm>
            <a:off x="1252120" y="6436743"/>
            <a:ext cx="8106859" cy="489584"/>
          </a:xfrm>
          <a:prstGeom prst="rect">
            <a:avLst/>
          </a:prstGeom>
        </p:spPr>
        <p:txBody>
          <a:bodyPr lIns="109728" tIns="54864" rIns="109728" bIns="54864" anchor="ctr"/>
          <a:lstStyle>
            <a:lvl1pPr marL="0" indent="0">
              <a:buNone/>
              <a:defRPr sz="2400">
                <a:solidFill>
                  <a:schemeClr val="bg2">
                    <a:lumMod val="10000"/>
                  </a:schemeClr>
                </a:solidFill>
                <a:latin typeface="Roboto Medium" pitchFamily="2" charset="0"/>
                <a:ea typeface="Roboto Medium" pitchFamily="2" charset="0"/>
              </a:defRPr>
            </a:lvl1pPr>
          </a:lstStyle>
          <a:p>
            <a:r>
              <a:rPr lang="en-NZ" altLang="ja-JP" dirty="0" err="1"/>
              <a:t>dd</a:t>
            </a:r>
            <a:r>
              <a:rPr lang="en-NZ" altLang="ja-JP" dirty="0"/>
              <a:t>/mm/</a:t>
            </a:r>
            <a:r>
              <a:rPr lang="en-NZ" altLang="ja-JP" dirty="0" err="1"/>
              <a:t>yy</a:t>
            </a:r>
            <a:endParaRPr lang="en-NZ" altLang="ja-JP" dirty="0"/>
          </a:p>
        </p:txBody>
      </p:sp>
      <p:sp>
        <p:nvSpPr>
          <p:cNvPr id="25" name="Text Placeholder 2">
            <a:extLst>
              <a:ext uri="{FF2B5EF4-FFF2-40B4-BE49-F238E27FC236}">
                <a16:creationId xmlns:a16="http://schemas.microsoft.com/office/drawing/2014/main" id="{B918CFE5-7401-9141-852A-F872961E9542}"/>
              </a:ext>
            </a:extLst>
          </p:cNvPr>
          <p:cNvSpPr>
            <a:spLocks noGrp="1"/>
          </p:cNvSpPr>
          <p:nvPr>
            <p:ph type="body" sz="quarter" idx="14" hasCustomPrompt="1"/>
          </p:nvPr>
        </p:nvSpPr>
        <p:spPr bwMode="gray">
          <a:xfrm>
            <a:off x="1255887" y="5689725"/>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Presenters Name</a:t>
            </a:r>
          </a:p>
        </p:txBody>
      </p:sp>
      <p:sp>
        <p:nvSpPr>
          <p:cNvPr id="26" name="Rectangle 25">
            <a:extLst>
              <a:ext uri="{FF2B5EF4-FFF2-40B4-BE49-F238E27FC236}">
                <a16:creationId xmlns:a16="http://schemas.microsoft.com/office/drawing/2014/main" id="{0DD6F9D5-0A6C-A342-B1B0-8A5561580C6F}"/>
              </a:ext>
            </a:extLst>
          </p:cNvPr>
          <p:cNvSpPr/>
          <p:nvPr userDrawn="1"/>
        </p:nvSpPr>
        <p:spPr>
          <a:xfrm>
            <a:off x="1033483" y="2536762"/>
            <a:ext cx="102072" cy="20797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a:solidFill>
                <a:schemeClr val="bg2">
                  <a:lumMod val="10000"/>
                </a:schemeClr>
              </a:solidFill>
              <a:latin typeface="Roboto Medium" pitchFamily="2" charset="0"/>
              <a:ea typeface="Roboto Medium" pitchFamily="2" charset="0"/>
            </a:endParaRPr>
          </a:p>
        </p:txBody>
      </p:sp>
      <p:sp>
        <p:nvSpPr>
          <p:cNvPr id="12"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4630400" cy="8229600"/>
          </a:xfrm>
          <a:prstGeom prst="rect">
            <a:avLst/>
          </a:prstGeom>
        </p:spPr>
        <p:txBody>
          <a:bodyPr lIns="109728" tIns="54864" rIns="109728" bIns="54864"/>
          <a:lstStyle>
            <a:lvl1pPr algn="l">
              <a:defRPr>
                <a:latin typeface="Roboto Medium" pitchFamily="2" charset="0"/>
                <a:ea typeface="Roboto Medium" pitchFamily="2" charset="0"/>
              </a:defRPr>
            </a:lvl1pPr>
          </a:lstStyle>
          <a:p>
            <a:r>
              <a:rPr lang="en-US" smtClean="0"/>
              <a:t>Click icon to add picture</a:t>
            </a:r>
            <a:endParaRPr lang="en-US" dirty="0"/>
          </a:p>
        </p:txBody>
      </p:sp>
      <p:grpSp>
        <p:nvGrpSpPr>
          <p:cNvPr id="17" name="Group 16">
            <a:extLst>
              <a:ext uri="{FF2B5EF4-FFF2-40B4-BE49-F238E27FC236}">
                <a16:creationId xmlns:a16="http://schemas.microsoft.com/office/drawing/2014/main" id="{5AFE99A1-F019-42EF-A6DD-FBA9CE0E5FB1}"/>
              </a:ext>
            </a:extLst>
          </p:cNvPr>
          <p:cNvGrpSpPr/>
          <p:nvPr userDrawn="1"/>
        </p:nvGrpSpPr>
        <p:grpSpPr>
          <a:xfrm>
            <a:off x="10987608" y="240670"/>
            <a:ext cx="3243432" cy="1349912"/>
            <a:chOff x="10616154" y="97913"/>
            <a:chExt cx="3619726" cy="1349912"/>
          </a:xfrm>
        </p:grpSpPr>
        <p:pic>
          <p:nvPicPr>
            <p:cNvPr id="18"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p:cNvGrpSpPr/>
          <p:nvPr userDrawn="1"/>
        </p:nvGrpSpPr>
        <p:grpSpPr>
          <a:xfrm>
            <a:off x="749519" y="0"/>
            <a:ext cx="3562350" cy="1844902"/>
            <a:chOff x="234198" y="-186320"/>
            <a:chExt cx="3562350" cy="1844902"/>
          </a:xfrm>
        </p:grpSpPr>
        <p:pic>
          <p:nvPicPr>
            <p:cNvPr id="30" name="Picture 2" descr="C:\Users\Admin\Downloads\Logo-01.png">
              <a:extLst>
                <a:ext uri="{FF2B5EF4-FFF2-40B4-BE49-F238E27FC236}">
                  <a16:creationId xmlns:a16="http://schemas.microsoft.com/office/drawing/2014/main" id="{02D2B4F4-68F7-46EA-BCC3-13F31ABED52C}"/>
                </a:ext>
              </a:extLst>
            </p:cNvPr>
            <p:cNvPicPr>
              <a:picLocks noChangeAspect="1" noChangeArrowheads="1"/>
            </p:cNvPicPr>
            <p:nvPr userDrawn="1"/>
          </p:nvPicPr>
          <p:blipFill>
            <a:blip r:embed="rId7"/>
            <a:srcRect/>
            <a:stretch>
              <a:fillRect/>
            </a:stretch>
          </p:blipFill>
          <p:spPr bwMode="auto">
            <a:xfrm>
              <a:off x="234198" y="-186320"/>
              <a:ext cx="3562350" cy="1776902"/>
            </a:xfrm>
            <a:prstGeom prst="rect">
              <a:avLst/>
            </a:prstGeom>
            <a:noFill/>
          </p:spPr>
        </p:pic>
        <p:cxnSp>
          <p:nvCxnSpPr>
            <p:cNvPr id="31" name="Straight Connector 30">
              <a:extLst>
                <a:ext uri="{FF2B5EF4-FFF2-40B4-BE49-F238E27FC236}">
                  <a16:creationId xmlns:a16="http://schemas.microsoft.com/office/drawing/2014/main" id="{F1818976-698C-4B2D-82CF-4C7F8843B80D}"/>
                </a:ext>
              </a:extLst>
            </p:cNvPr>
            <p:cNvCxnSpPr/>
            <p:nvPr userDrawn="1"/>
          </p:nvCxnSpPr>
          <p:spPr>
            <a:xfrm flipH="1">
              <a:off x="399360" y="1227695"/>
              <a:ext cx="3312368"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CEB4F58-EB86-4561-A53C-44C59E13C6EA}"/>
                </a:ext>
              </a:extLst>
            </p:cNvPr>
            <p:cNvSpPr txBox="1"/>
            <p:nvPr userDrawn="1"/>
          </p:nvSpPr>
          <p:spPr>
            <a:xfrm>
              <a:off x="314540" y="1227695"/>
              <a:ext cx="3482008" cy="430887"/>
            </a:xfrm>
            <a:prstGeom prst="rect">
              <a:avLst/>
            </a:prstGeom>
            <a:noFill/>
          </p:spPr>
          <p:txBody>
            <a:bodyPr wrap="square" rtlCol="0">
              <a:spAutoFit/>
            </a:bodyPr>
            <a:lstStyle/>
            <a:p>
              <a:r>
                <a:rPr lang="en-IN" sz="1100" dirty="0"/>
                <a:t>Established as per the Section 2(f) of the UGC Act, 1956</a:t>
              </a:r>
            </a:p>
            <a:p>
              <a:r>
                <a:rPr lang="en-IN" sz="1100" dirty="0"/>
                <a:t>Approved by AICTE, COA and BCI, New Delhi</a:t>
              </a:r>
            </a:p>
          </p:txBody>
        </p:sp>
      </p:grpSp>
    </p:spTree>
    <p:extLst>
      <p:ext uri="{BB962C8B-B14F-4D97-AF65-F5344CB8AC3E}">
        <p14:creationId xmlns:p14="http://schemas.microsoft.com/office/powerpoint/2010/main" val="1518763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White">
    <p:spTree>
      <p:nvGrpSpPr>
        <p:cNvPr id="1" name=""/>
        <p:cNvGrpSpPr/>
        <p:nvPr/>
      </p:nvGrpSpPr>
      <p:grpSpPr>
        <a:xfrm>
          <a:off x="0" y="0"/>
          <a:ext cx="0" cy="0"/>
          <a:chOff x="0" y="0"/>
          <a:chExt cx="0" cy="0"/>
        </a:xfrm>
      </p:grpSpPr>
      <p:pic>
        <p:nvPicPr>
          <p:cNvPr id="1026" name="Picture 2" descr="C:\Users\Admin\Downloads\WSBC_REVA_LOGO_180x180_px_150420_V001.png"/>
          <p:cNvPicPr>
            <a:picLocks noChangeAspect="1" noChangeArrowheads="1"/>
          </p:cNvPicPr>
          <p:nvPr userDrawn="1"/>
        </p:nvPicPr>
        <p:blipFill>
          <a:blip r:embed="rId2"/>
          <a:srcRect r="50000"/>
          <a:stretch>
            <a:fillRect/>
          </a:stretch>
        </p:blipFill>
        <p:spPr bwMode="auto">
          <a:xfrm>
            <a:off x="11201400" y="914400"/>
            <a:ext cx="3429000" cy="6858000"/>
          </a:xfrm>
          <a:prstGeom prst="rect">
            <a:avLst/>
          </a:prstGeom>
          <a:noFill/>
        </p:spPr>
      </p:pic>
      <p:sp>
        <p:nvSpPr>
          <p:cNvPr id="10" name="Rectangle 9"/>
          <p:cNvSpPr/>
          <p:nvPr userDrawn="1"/>
        </p:nvSpPr>
        <p:spPr bwMode="auto">
          <a:xfrm>
            <a:off x="0" y="1050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Arial" charset="0"/>
              <a:cs typeface="Arial" charset="0"/>
            </a:endParaRPr>
          </a:p>
        </p:txBody>
      </p:sp>
      <p:sp>
        <p:nvSpPr>
          <p:cNvPr id="22" name="Title 1">
            <a:extLst>
              <a:ext uri="{FF2B5EF4-FFF2-40B4-BE49-F238E27FC236}">
                <a16:creationId xmlns:a16="http://schemas.microsoft.com/office/drawing/2014/main" id="{95547862-8F6A-BC48-853E-7BF0F3AB5234}"/>
              </a:ext>
            </a:extLst>
          </p:cNvPr>
          <p:cNvSpPr>
            <a:spLocks noGrp="1"/>
          </p:cNvSpPr>
          <p:nvPr>
            <p:ph type="title" hasCustomPrompt="1"/>
          </p:nvPr>
        </p:nvSpPr>
        <p:spPr bwMode="gray">
          <a:xfrm>
            <a:off x="1270264" y="2516375"/>
            <a:ext cx="10829879" cy="2100114"/>
          </a:xfrm>
          <a:prstGeom prst="rect">
            <a:avLst/>
          </a:prstGeom>
        </p:spPr>
        <p:txBody>
          <a:bodyPr lIns="109728" tIns="54864" rIns="109728" bIns="54864" anchor="ctr"/>
          <a:lstStyle>
            <a:lvl1pPr algn="l">
              <a:defRPr sz="4800" spc="0" baseline="0">
                <a:solidFill>
                  <a:schemeClr val="bg2">
                    <a:lumMod val="10000"/>
                  </a:schemeClr>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3" name="Text Placeholder 2">
            <a:extLst>
              <a:ext uri="{FF2B5EF4-FFF2-40B4-BE49-F238E27FC236}">
                <a16:creationId xmlns:a16="http://schemas.microsoft.com/office/drawing/2014/main" id="{AC21DD09-D74B-6A41-995D-4EFFC7616AA9}"/>
              </a:ext>
            </a:extLst>
          </p:cNvPr>
          <p:cNvSpPr>
            <a:spLocks noGrp="1"/>
          </p:cNvSpPr>
          <p:nvPr>
            <p:ph type="body" sz="quarter" idx="10" hasCustomPrompt="1"/>
          </p:nvPr>
        </p:nvSpPr>
        <p:spPr bwMode="gray">
          <a:xfrm>
            <a:off x="1255887" y="4923081"/>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Department and Division</a:t>
            </a:r>
          </a:p>
        </p:txBody>
      </p:sp>
      <p:sp>
        <p:nvSpPr>
          <p:cNvPr id="24" name="Text Placeholder 3">
            <a:extLst>
              <a:ext uri="{FF2B5EF4-FFF2-40B4-BE49-F238E27FC236}">
                <a16:creationId xmlns:a16="http://schemas.microsoft.com/office/drawing/2014/main" id="{5C1AED7A-5027-0946-AA64-E69562BB4602}"/>
              </a:ext>
            </a:extLst>
          </p:cNvPr>
          <p:cNvSpPr>
            <a:spLocks noGrp="1"/>
          </p:cNvSpPr>
          <p:nvPr>
            <p:ph type="body" sz="quarter" idx="11" hasCustomPrompt="1"/>
          </p:nvPr>
        </p:nvSpPr>
        <p:spPr bwMode="gray">
          <a:xfrm>
            <a:off x="1252120" y="6436743"/>
            <a:ext cx="8106859" cy="489584"/>
          </a:xfrm>
          <a:prstGeom prst="rect">
            <a:avLst/>
          </a:prstGeom>
        </p:spPr>
        <p:txBody>
          <a:bodyPr lIns="109728" tIns="54864" rIns="109728" bIns="54864" anchor="ctr"/>
          <a:lstStyle>
            <a:lvl1pPr marL="0" indent="0">
              <a:buNone/>
              <a:defRPr sz="2400">
                <a:solidFill>
                  <a:schemeClr val="bg2">
                    <a:lumMod val="10000"/>
                  </a:schemeClr>
                </a:solidFill>
                <a:latin typeface="Roboto Medium" pitchFamily="2" charset="0"/>
                <a:ea typeface="Roboto Medium" pitchFamily="2" charset="0"/>
              </a:defRPr>
            </a:lvl1pPr>
          </a:lstStyle>
          <a:p>
            <a:r>
              <a:rPr lang="en-NZ" altLang="ja-JP" dirty="0" err="1"/>
              <a:t>dd</a:t>
            </a:r>
            <a:r>
              <a:rPr lang="en-NZ" altLang="ja-JP" dirty="0"/>
              <a:t>/mm/</a:t>
            </a:r>
            <a:r>
              <a:rPr lang="en-NZ" altLang="ja-JP" dirty="0" err="1"/>
              <a:t>yy</a:t>
            </a:r>
            <a:endParaRPr lang="en-NZ" altLang="ja-JP" dirty="0"/>
          </a:p>
        </p:txBody>
      </p:sp>
      <p:sp>
        <p:nvSpPr>
          <p:cNvPr id="25" name="Text Placeholder 2">
            <a:extLst>
              <a:ext uri="{FF2B5EF4-FFF2-40B4-BE49-F238E27FC236}">
                <a16:creationId xmlns:a16="http://schemas.microsoft.com/office/drawing/2014/main" id="{B918CFE5-7401-9141-852A-F872961E9542}"/>
              </a:ext>
            </a:extLst>
          </p:cNvPr>
          <p:cNvSpPr>
            <a:spLocks noGrp="1"/>
          </p:cNvSpPr>
          <p:nvPr>
            <p:ph type="body" sz="quarter" idx="14" hasCustomPrompt="1"/>
          </p:nvPr>
        </p:nvSpPr>
        <p:spPr bwMode="gray">
          <a:xfrm>
            <a:off x="1255887" y="5689725"/>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Presenters Name</a:t>
            </a:r>
          </a:p>
        </p:txBody>
      </p:sp>
      <p:sp>
        <p:nvSpPr>
          <p:cNvPr id="26" name="Rectangle 25">
            <a:extLst>
              <a:ext uri="{FF2B5EF4-FFF2-40B4-BE49-F238E27FC236}">
                <a16:creationId xmlns:a16="http://schemas.microsoft.com/office/drawing/2014/main" id="{0DD6F9D5-0A6C-A342-B1B0-8A5561580C6F}"/>
              </a:ext>
            </a:extLst>
          </p:cNvPr>
          <p:cNvSpPr/>
          <p:nvPr userDrawn="1"/>
        </p:nvSpPr>
        <p:spPr>
          <a:xfrm>
            <a:off x="1033483" y="2536762"/>
            <a:ext cx="102072" cy="20797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a:solidFill>
                <a:schemeClr val="bg2">
                  <a:lumMod val="10000"/>
                </a:schemeClr>
              </a:solidFill>
              <a:latin typeface="Roboto Medium" pitchFamily="2" charset="0"/>
              <a:ea typeface="Roboto Medium" pitchFamily="2" charset="0"/>
            </a:endParaRPr>
          </a:p>
        </p:txBody>
      </p:sp>
      <p:grpSp>
        <p:nvGrpSpPr>
          <p:cNvPr id="12" name="Group 11">
            <a:extLst>
              <a:ext uri="{FF2B5EF4-FFF2-40B4-BE49-F238E27FC236}">
                <a16:creationId xmlns:a16="http://schemas.microsoft.com/office/drawing/2014/main" id="{5AFE99A1-F019-42EF-A6DD-FBA9CE0E5FB1}"/>
              </a:ext>
            </a:extLst>
          </p:cNvPr>
          <p:cNvGrpSpPr/>
          <p:nvPr userDrawn="1"/>
        </p:nvGrpSpPr>
        <p:grpSpPr>
          <a:xfrm>
            <a:off x="10987608" y="240670"/>
            <a:ext cx="3243432" cy="1349912"/>
            <a:chOff x="10616154" y="97913"/>
            <a:chExt cx="3619726" cy="1349912"/>
          </a:xfrm>
        </p:grpSpPr>
        <p:pic>
          <p:nvPicPr>
            <p:cNvPr id="13"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C:\Users\Admin\Downloads\Logo-01.png">
            <a:extLst>
              <a:ext uri="{FF2B5EF4-FFF2-40B4-BE49-F238E27FC236}">
                <a16:creationId xmlns:a16="http://schemas.microsoft.com/office/drawing/2014/main" id="{02D2B4F4-68F7-46EA-BCC3-13F31ABED52C}"/>
              </a:ext>
            </a:extLst>
          </p:cNvPr>
          <p:cNvPicPr>
            <a:picLocks noChangeAspect="1" noChangeArrowheads="1"/>
          </p:cNvPicPr>
          <p:nvPr userDrawn="1"/>
        </p:nvPicPr>
        <p:blipFill>
          <a:blip r:embed="rId8"/>
          <a:srcRect/>
          <a:stretch>
            <a:fillRect/>
          </a:stretch>
        </p:blipFill>
        <p:spPr bwMode="auto">
          <a:xfrm>
            <a:off x="749519" y="0"/>
            <a:ext cx="3562350" cy="1776902"/>
          </a:xfrm>
          <a:prstGeom prst="rect">
            <a:avLst/>
          </a:prstGeom>
          <a:noFill/>
        </p:spPr>
      </p:pic>
      <p:cxnSp>
        <p:nvCxnSpPr>
          <p:cNvPr id="20" name="Straight Connector 19">
            <a:extLst>
              <a:ext uri="{FF2B5EF4-FFF2-40B4-BE49-F238E27FC236}">
                <a16:creationId xmlns:a16="http://schemas.microsoft.com/office/drawing/2014/main" id="{F1818976-698C-4B2D-82CF-4C7F8843B80D}"/>
              </a:ext>
            </a:extLst>
          </p:cNvPr>
          <p:cNvCxnSpPr/>
          <p:nvPr userDrawn="1"/>
        </p:nvCxnSpPr>
        <p:spPr>
          <a:xfrm flipH="1">
            <a:off x="914681" y="1414015"/>
            <a:ext cx="3312368"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CEB4F58-EB86-4561-A53C-44C59E13C6EA}"/>
              </a:ext>
            </a:extLst>
          </p:cNvPr>
          <p:cNvSpPr txBox="1"/>
          <p:nvPr userDrawn="1"/>
        </p:nvSpPr>
        <p:spPr>
          <a:xfrm>
            <a:off x="829861" y="1414015"/>
            <a:ext cx="3482008" cy="430887"/>
          </a:xfrm>
          <a:prstGeom prst="rect">
            <a:avLst/>
          </a:prstGeom>
          <a:noFill/>
        </p:spPr>
        <p:txBody>
          <a:bodyPr wrap="square" rtlCol="0">
            <a:spAutoFit/>
          </a:bodyPr>
          <a:lstStyle/>
          <a:p>
            <a:r>
              <a:rPr lang="en-IN" sz="1100" dirty="0"/>
              <a:t>Established as per the Section 2(f) of the UGC Act, 1956</a:t>
            </a:r>
          </a:p>
          <a:p>
            <a:r>
              <a:rPr lang="en-IN" sz="1100" dirty="0"/>
              <a:t>Approved by AICTE, COA and BCI, New Delhi</a:t>
            </a:r>
          </a:p>
        </p:txBody>
      </p:sp>
      <p:sp>
        <p:nvSpPr>
          <p:cNvPr id="2" name="TextBox 1"/>
          <p:cNvSpPr txBox="1"/>
          <p:nvPr userDrawn="1"/>
        </p:nvSpPr>
        <p:spPr>
          <a:xfrm>
            <a:off x="228600" y="7756358"/>
            <a:ext cx="1371600" cy="307777"/>
          </a:xfrm>
          <a:prstGeom prst="rect">
            <a:avLst/>
          </a:prstGeom>
          <a:noFill/>
        </p:spPr>
        <p:txBody>
          <a:bodyPr wrap="square" rtlCol="0">
            <a:spAutoFit/>
          </a:bodyPr>
          <a:lstStyle/>
          <a:p>
            <a:pPr algn="r"/>
            <a:r>
              <a:rPr lang="en-US" sz="1400" dirty="0" smtClean="0">
                <a:solidFill>
                  <a:schemeClr val="bg1">
                    <a:lumMod val="50000"/>
                  </a:schemeClr>
                </a:solidFill>
              </a:rPr>
              <a:t>Ranjitha U.N</a:t>
            </a:r>
            <a:endParaRPr lang="en-US" sz="1400" dirty="0">
              <a:solidFill>
                <a:schemeClr val="bg1">
                  <a:lumMod val="50000"/>
                </a:schemeClr>
              </a:solidFill>
            </a:endParaRPr>
          </a:p>
        </p:txBody>
      </p:sp>
    </p:spTree>
    <p:extLst>
      <p:ext uri="{BB962C8B-B14F-4D97-AF65-F5344CB8AC3E}">
        <p14:creationId xmlns:p14="http://schemas.microsoft.com/office/powerpoint/2010/main" val="151876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p:spTree>
      <p:nvGrpSpPr>
        <p:cNvPr id="1" name=""/>
        <p:cNvGrpSpPr/>
        <p:nvPr/>
      </p:nvGrpSpPr>
      <p:grpSpPr>
        <a:xfrm>
          <a:off x="0" y="0"/>
          <a:ext cx="0" cy="0"/>
          <a:chOff x="0" y="0"/>
          <a:chExt cx="0" cy="0"/>
        </a:xfrm>
      </p:grpSpPr>
      <p:pic>
        <p:nvPicPr>
          <p:cNvPr id="1026" name="Picture 2" descr="C:\Users\Admin\Downloads\DJI_0059 (2).jpg"/>
          <p:cNvPicPr>
            <a:picLocks noChangeAspect="1" noChangeArrowheads="1"/>
          </p:cNvPicPr>
          <p:nvPr userDrawn="1"/>
        </p:nvPicPr>
        <p:blipFill>
          <a:blip r:embed="rId2" cstate="print"/>
          <a:srcRect/>
          <a:stretch>
            <a:fillRect/>
          </a:stretch>
        </p:blipFill>
        <p:spPr bwMode="auto">
          <a:xfrm>
            <a:off x="0" y="-43781"/>
            <a:ext cx="14630400" cy="8273382"/>
          </a:xfrm>
          <a:prstGeom prst="rect">
            <a:avLst/>
          </a:prstGeom>
          <a:noFill/>
        </p:spPr>
      </p:pic>
      <p:sp>
        <p:nvSpPr>
          <p:cNvPr id="9" name="Rectangle 8"/>
          <p:cNvSpPr/>
          <p:nvPr userDrawn="1"/>
        </p:nvSpPr>
        <p:spPr>
          <a:xfrm>
            <a:off x="0" y="-19878"/>
            <a:ext cx="14630400" cy="8229600"/>
          </a:xfrm>
          <a:prstGeom prst="rect">
            <a:avLst/>
          </a:prstGeom>
          <a:solidFill>
            <a:schemeClr val="dk1">
              <a:alpha val="61000"/>
            </a:schemeClr>
          </a:solidFill>
          <a:ln w="38100">
            <a:solidFill>
              <a:srgbClr val="FFC000"/>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95547862-8F6A-BC48-853E-7BF0F3AB5234}"/>
              </a:ext>
            </a:extLst>
          </p:cNvPr>
          <p:cNvSpPr>
            <a:spLocks noGrp="1"/>
          </p:cNvSpPr>
          <p:nvPr>
            <p:ph type="title" hasCustomPrompt="1"/>
          </p:nvPr>
        </p:nvSpPr>
        <p:spPr bwMode="gray">
          <a:xfrm>
            <a:off x="1270264" y="2516375"/>
            <a:ext cx="10829879" cy="2100114"/>
          </a:xfrm>
          <a:prstGeom prst="rect">
            <a:avLst/>
          </a:prstGeom>
        </p:spPr>
        <p:txBody>
          <a:bodyPr lIns="109728" tIns="54864" rIns="109728" bIns="54864" anchor="ctr"/>
          <a:lstStyle>
            <a:lvl1pPr algn="l">
              <a:defRPr sz="4800" spc="0" baseline="0">
                <a:solidFill>
                  <a:schemeClr val="bg1"/>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2" name="Text Placeholder 2">
            <a:extLst>
              <a:ext uri="{FF2B5EF4-FFF2-40B4-BE49-F238E27FC236}">
                <a16:creationId xmlns:a16="http://schemas.microsoft.com/office/drawing/2014/main" id="{AC21DD09-D74B-6A41-995D-4EFFC7616AA9}"/>
              </a:ext>
            </a:extLst>
          </p:cNvPr>
          <p:cNvSpPr>
            <a:spLocks noGrp="1"/>
          </p:cNvSpPr>
          <p:nvPr>
            <p:ph type="body" sz="quarter" idx="10" hasCustomPrompt="1"/>
          </p:nvPr>
        </p:nvSpPr>
        <p:spPr bwMode="gray">
          <a:xfrm>
            <a:off x="1255887" y="4923081"/>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1"/>
                </a:solidFill>
                <a:latin typeface="Roboto Medium" pitchFamily="2" charset="0"/>
                <a:ea typeface="Roboto Medium" pitchFamily="2" charset="0"/>
                <a:cs typeface="Roboto Medium" pitchFamily="2" charset="0"/>
              </a:defRPr>
            </a:lvl1pPr>
          </a:lstStyle>
          <a:p>
            <a:r>
              <a:rPr lang="en-NZ" dirty="0"/>
              <a:t>Department and Division</a:t>
            </a:r>
          </a:p>
        </p:txBody>
      </p:sp>
      <p:sp>
        <p:nvSpPr>
          <p:cNvPr id="23" name="Text Placeholder 3">
            <a:extLst>
              <a:ext uri="{FF2B5EF4-FFF2-40B4-BE49-F238E27FC236}">
                <a16:creationId xmlns:a16="http://schemas.microsoft.com/office/drawing/2014/main" id="{5C1AED7A-5027-0946-AA64-E69562BB4602}"/>
              </a:ext>
            </a:extLst>
          </p:cNvPr>
          <p:cNvSpPr>
            <a:spLocks noGrp="1"/>
          </p:cNvSpPr>
          <p:nvPr>
            <p:ph type="body" sz="quarter" idx="11" hasCustomPrompt="1"/>
          </p:nvPr>
        </p:nvSpPr>
        <p:spPr bwMode="gray">
          <a:xfrm>
            <a:off x="1252120" y="6436743"/>
            <a:ext cx="8106859" cy="489584"/>
          </a:xfrm>
          <a:prstGeom prst="rect">
            <a:avLst/>
          </a:prstGeom>
        </p:spPr>
        <p:txBody>
          <a:bodyPr lIns="109728" tIns="54864" rIns="109728" bIns="54864" anchor="ctr"/>
          <a:lstStyle>
            <a:lvl1pPr marL="0" indent="0">
              <a:buNone/>
              <a:defRPr sz="2400">
                <a:solidFill>
                  <a:schemeClr val="bg1"/>
                </a:solidFill>
                <a:latin typeface="Roboto Medium" pitchFamily="2" charset="0"/>
                <a:ea typeface="Roboto Medium" pitchFamily="2" charset="0"/>
              </a:defRPr>
            </a:lvl1pPr>
          </a:lstStyle>
          <a:p>
            <a:r>
              <a:rPr lang="en-NZ" altLang="ja-JP" dirty="0" err="1"/>
              <a:t>dd</a:t>
            </a:r>
            <a:r>
              <a:rPr lang="en-NZ" altLang="ja-JP" dirty="0"/>
              <a:t>/mm/</a:t>
            </a:r>
            <a:r>
              <a:rPr lang="en-NZ" altLang="ja-JP" dirty="0" err="1"/>
              <a:t>yy</a:t>
            </a:r>
            <a:endParaRPr lang="en-NZ" altLang="ja-JP" dirty="0"/>
          </a:p>
        </p:txBody>
      </p:sp>
      <p:sp>
        <p:nvSpPr>
          <p:cNvPr id="24" name="Text Placeholder 2">
            <a:extLst>
              <a:ext uri="{FF2B5EF4-FFF2-40B4-BE49-F238E27FC236}">
                <a16:creationId xmlns:a16="http://schemas.microsoft.com/office/drawing/2014/main" id="{B918CFE5-7401-9141-852A-F872961E9542}"/>
              </a:ext>
            </a:extLst>
          </p:cNvPr>
          <p:cNvSpPr>
            <a:spLocks noGrp="1"/>
          </p:cNvSpPr>
          <p:nvPr>
            <p:ph type="body" sz="quarter" idx="14" hasCustomPrompt="1"/>
          </p:nvPr>
        </p:nvSpPr>
        <p:spPr bwMode="gray">
          <a:xfrm>
            <a:off x="1255887" y="5689725"/>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1"/>
                </a:solidFill>
                <a:latin typeface="Roboto Medium" pitchFamily="2" charset="0"/>
                <a:ea typeface="Roboto Medium" pitchFamily="2" charset="0"/>
                <a:cs typeface="Roboto Medium" pitchFamily="2" charset="0"/>
              </a:defRPr>
            </a:lvl1pPr>
          </a:lstStyle>
          <a:p>
            <a:r>
              <a:rPr lang="en-NZ" dirty="0"/>
              <a:t>Presenters Name</a:t>
            </a:r>
          </a:p>
        </p:txBody>
      </p:sp>
      <p:sp>
        <p:nvSpPr>
          <p:cNvPr id="25" name="Rectangle 24">
            <a:extLst>
              <a:ext uri="{FF2B5EF4-FFF2-40B4-BE49-F238E27FC236}">
                <a16:creationId xmlns:a16="http://schemas.microsoft.com/office/drawing/2014/main" id="{665B4BFC-FB31-1447-90A4-1A4617DE3E49}"/>
              </a:ext>
            </a:extLst>
          </p:cNvPr>
          <p:cNvSpPr/>
          <p:nvPr userDrawn="1"/>
        </p:nvSpPr>
        <p:spPr>
          <a:xfrm>
            <a:off x="1033483" y="2536762"/>
            <a:ext cx="102072" cy="2079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a:solidFill>
                <a:schemeClr val="tx1"/>
              </a:solidFill>
            </a:endParaRPr>
          </a:p>
        </p:txBody>
      </p:sp>
      <p:grpSp>
        <p:nvGrpSpPr>
          <p:cNvPr id="26" name="Group 25"/>
          <p:cNvGrpSpPr/>
          <p:nvPr userDrawn="1"/>
        </p:nvGrpSpPr>
        <p:grpSpPr>
          <a:xfrm>
            <a:off x="685800" y="0"/>
            <a:ext cx="13545240" cy="1844902"/>
            <a:chOff x="685800" y="0"/>
            <a:chExt cx="13545240" cy="1844902"/>
          </a:xfrm>
        </p:grpSpPr>
        <p:grpSp>
          <p:nvGrpSpPr>
            <p:cNvPr id="20" name="Group 19"/>
            <p:cNvGrpSpPr/>
            <p:nvPr userDrawn="1"/>
          </p:nvGrpSpPr>
          <p:grpSpPr>
            <a:xfrm>
              <a:off x="685800" y="0"/>
              <a:ext cx="3677478" cy="1844902"/>
              <a:chOff x="685800" y="0"/>
              <a:chExt cx="3677478" cy="1844902"/>
            </a:xfrm>
          </p:grpSpPr>
          <p:pic>
            <p:nvPicPr>
              <p:cNvPr id="11" name="Picture 3" descr="C:\Users\Admin\Downloads\1-05.png"/>
              <p:cNvPicPr>
                <a:picLocks noChangeAspect="1" noChangeArrowheads="1"/>
              </p:cNvPicPr>
              <p:nvPr userDrawn="1"/>
            </p:nvPicPr>
            <p:blipFill>
              <a:blip r:embed="rId3"/>
              <a:srcRect/>
              <a:stretch>
                <a:fillRect/>
              </a:stretch>
            </p:blipFill>
            <p:spPr bwMode="auto">
              <a:xfrm>
                <a:off x="685800" y="0"/>
                <a:ext cx="3677478" cy="1773936"/>
              </a:xfrm>
              <a:prstGeom prst="rect">
                <a:avLst/>
              </a:prstGeom>
              <a:noFill/>
            </p:spPr>
          </p:pic>
          <p:cxnSp>
            <p:nvCxnSpPr>
              <p:cNvPr id="10" name="Straight Connector 9">
                <a:extLst>
                  <a:ext uri="{FF2B5EF4-FFF2-40B4-BE49-F238E27FC236}">
                    <a16:creationId xmlns:a16="http://schemas.microsoft.com/office/drawing/2014/main" id="{F1818976-698C-4B2D-82CF-4C7F8843B80D}"/>
                  </a:ext>
                </a:extLst>
              </p:cNvPr>
              <p:cNvCxnSpPr/>
              <p:nvPr userDrawn="1"/>
            </p:nvCxnSpPr>
            <p:spPr>
              <a:xfrm flipH="1">
                <a:off x="914681" y="1414015"/>
                <a:ext cx="33123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CEB4F58-EB86-4561-A53C-44C59E13C6EA}"/>
                  </a:ext>
                </a:extLst>
              </p:cNvPr>
              <p:cNvSpPr txBox="1"/>
              <p:nvPr userDrawn="1"/>
            </p:nvSpPr>
            <p:spPr>
              <a:xfrm>
                <a:off x="829861" y="1414015"/>
                <a:ext cx="3482008" cy="430887"/>
              </a:xfrm>
              <a:prstGeom prst="rect">
                <a:avLst/>
              </a:prstGeom>
              <a:noFill/>
            </p:spPr>
            <p:txBody>
              <a:bodyPr wrap="square" rtlCol="0">
                <a:spAutoFit/>
              </a:bodyPr>
              <a:lstStyle/>
              <a:p>
                <a:r>
                  <a:rPr lang="en-IN" sz="1100" dirty="0">
                    <a:solidFill>
                      <a:schemeClr val="bg1"/>
                    </a:solidFill>
                  </a:rPr>
                  <a:t>Established as per the Section 2(f) of the UGC Act, 1956</a:t>
                </a:r>
              </a:p>
              <a:p>
                <a:r>
                  <a:rPr lang="en-IN" sz="1100" dirty="0">
                    <a:solidFill>
                      <a:schemeClr val="bg1"/>
                    </a:solidFill>
                  </a:rPr>
                  <a:t>Approved by AICTE, COA and BCI, New Delhi</a:t>
                </a:r>
              </a:p>
            </p:txBody>
          </p:sp>
        </p:grpSp>
        <p:grpSp>
          <p:nvGrpSpPr>
            <p:cNvPr id="14" name="Group 13">
              <a:extLst>
                <a:ext uri="{FF2B5EF4-FFF2-40B4-BE49-F238E27FC236}">
                  <a16:creationId xmlns:a16="http://schemas.microsoft.com/office/drawing/2014/main" id="{5AFE99A1-F019-42EF-A6DD-FBA9CE0E5FB1}"/>
                </a:ext>
              </a:extLst>
            </p:cNvPr>
            <p:cNvGrpSpPr/>
            <p:nvPr userDrawn="1"/>
          </p:nvGrpSpPr>
          <p:grpSpPr>
            <a:xfrm>
              <a:off x="10987608" y="240670"/>
              <a:ext cx="3243432" cy="1349912"/>
              <a:chOff x="10616154" y="97913"/>
              <a:chExt cx="3619726" cy="1349912"/>
            </a:xfrm>
            <a:solidFill>
              <a:schemeClr val="bg1"/>
            </a:solidFill>
          </p:grpSpPr>
          <p:pic>
            <p:nvPicPr>
              <p:cNvPr id="15"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grpFill/>
              <a:extLst/>
            </p:spPr>
          </p:pic>
          <p:pic>
            <p:nvPicPr>
              <p:cNvPr id="16"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grpFill/>
              <a:extLst/>
            </p:spPr>
          </p:pic>
          <p:pic>
            <p:nvPicPr>
              <p:cNvPr id="17"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grpFill/>
              <a:extLst/>
            </p:spPr>
          </p:pic>
          <p:pic>
            <p:nvPicPr>
              <p:cNvPr id="18"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grpFill/>
              <a:extLst/>
            </p:spPr>
          </p:pic>
          <p:pic>
            <p:nvPicPr>
              <p:cNvPr id="19"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grpFill/>
              <a:extLst/>
            </p:spPr>
          </p:pic>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imp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10" name="Title 1">
            <a:extLst>
              <a:ext uri="{FF2B5EF4-FFF2-40B4-BE49-F238E27FC236}">
                <a16:creationId xmlns:a16="http://schemas.microsoft.com/office/drawing/2014/main" id="{95547862-8F6A-BC48-853E-7BF0F3AB5234}"/>
              </a:ext>
            </a:extLst>
          </p:cNvPr>
          <p:cNvSpPr>
            <a:spLocks noGrp="1"/>
          </p:cNvSpPr>
          <p:nvPr>
            <p:ph type="title" hasCustomPrompt="1"/>
          </p:nvPr>
        </p:nvSpPr>
        <p:spPr bwMode="gray">
          <a:xfrm>
            <a:off x="1270264" y="2516375"/>
            <a:ext cx="10829879" cy="2100114"/>
          </a:xfrm>
          <a:prstGeom prst="rect">
            <a:avLst/>
          </a:prstGeom>
        </p:spPr>
        <p:txBody>
          <a:bodyPr lIns="109728" tIns="54864" rIns="109728" bIns="54864" anchor="ctr"/>
          <a:lstStyle>
            <a:lvl1pPr algn="l">
              <a:defRPr sz="4800" spc="0" baseline="0">
                <a:solidFill>
                  <a:schemeClr val="bg1"/>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11" name="Text Placeholder 2">
            <a:extLst>
              <a:ext uri="{FF2B5EF4-FFF2-40B4-BE49-F238E27FC236}">
                <a16:creationId xmlns:a16="http://schemas.microsoft.com/office/drawing/2014/main" id="{AC21DD09-D74B-6A41-995D-4EFFC7616AA9}"/>
              </a:ext>
            </a:extLst>
          </p:cNvPr>
          <p:cNvSpPr>
            <a:spLocks noGrp="1"/>
          </p:cNvSpPr>
          <p:nvPr>
            <p:ph type="body" sz="quarter" idx="10" hasCustomPrompt="1"/>
          </p:nvPr>
        </p:nvSpPr>
        <p:spPr bwMode="gray">
          <a:xfrm>
            <a:off x="1255887" y="4923081"/>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1"/>
                </a:solidFill>
                <a:latin typeface="Roboto Medium" pitchFamily="2" charset="0"/>
                <a:ea typeface="Roboto Medium" pitchFamily="2" charset="0"/>
                <a:cs typeface="Roboto Medium" pitchFamily="2" charset="0"/>
              </a:defRPr>
            </a:lvl1pPr>
          </a:lstStyle>
          <a:p>
            <a:r>
              <a:rPr lang="en-NZ" dirty="0"/>
              <a:t>Department and Division</a:t>
            </a:r>
          </a:p>
        </p:txBody>
      </p:sp>
      <p:sp>
        <p:nvSpPr>
          <p:cNvPr id="12" name="Text Placeholder 3">
            <a:extLst>
              <a:ext uri="{FF2B5EF4-FFF2-40B4-BE49-F238E27FC236}">
                <a16:creationId xmlns:a16="http://schemas.microsoft.com/office/drawing/2014/main" id="{5C1AED7A-5027-0946-AA64-E69562BB4602}"/>
              </a:ext>
            </a:extLst>
          </p:cNvPr>
          <p:cNvSpPr>
            <a:spLocks noGrp="1"/>
          </p:cNvSpPr>
          <p:nvPr>
            <p:ph type="body" sz="quarter" idx="11" hasCustomPrompt="1"/>
          </p:nvPr>
        </p:nvSpPr>
        <p:spPr bwMode="gray">
          <a:xfrm>
            <a:off x="1252120" y="6436743"/>
            <a:ext cx="8106859" cy="489584"/>
          </a:xfrm>
          <a:prstGeom prst="rect">
            <a:avLst/>
          </a:prstGeom>
        </p:spPr>
        <p:txBody>
          <a:bodyPr lIns="109728" tIns="54864" rIns="109728" bIns="54864" anchor="ctr"/>
          <a:lstStyle>
            <a:lvl1pPr marL="0" indent="0">
              <a:buNone/>
              <a:defRPr sz="2400">
                <a:solidFill>
                  <a:schemeClr val="bg1"/>
                </a:solidFill>
                <a:latin typeface="Roboto Medium" pitchFamily="2" charset="0"/>
                <a:ea typeface="Roboto Medium" pitchFamily="2" charset="0"/>
              </a:defRPr>
            </a:lvl1pPr>
          </a:lstStyle>
          <a:p>
            <a:r>
              <a:rPr lang="en-NZ" altLang="ja-JP" dirty="0" err="1"/>
              <a:t>dd</a:t>
            </a:r>
            <a:r>
              <a:rPr lang="en-NZ" altLang="ja-JP" dirty="0"/>
              <a:t>/mm/</a:t>
            </a:r>
            <a:r>
              <a:rPr lang="en-NZ" altLang="ja-JP" dirty="0" err="1"/>
              <a:t>yy</a:t>
            </a:r>
            <a:endParaRPr lang="en-NZ" altLang="ja-JP" dirty="0"/>
          </a:p>
        </p:txBody>
      </p:sp>
      <p:sp>
        <p:nvSpPr>
          <p:cNvPr id="13" name="Text Placeholder 2">
            <a:extLst>
              <a:ext uri="{FF2B5EF4-FFF2-40B4-BE49-F238E27FC236}">
                <a16:creationId xmlns:a16="http://schemas.microsoft.com/office/drawing/2014/main" id="{B918CFE5-7401-9141-852A-F872961E9542}"/>
              </a:ext>
            </a:extLst>
          </p:cNvPr>
          <p:cNvSpPr>
            <a:spLocks noGrp="1"/>
          </p:cNvSpPr>
          <p:nvPr>
            <p:ph type="body" sz="quarter" idx="14" hasCustomPrompt="1"/>
          </p:nvPr>
        </p:nvSpPr>
        <p:spPr bwMode="gray">
          <a:xfrm>
            <a:off x="1255887" y="5689725"/>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1"/>
                </a:solidFill>
                <a:latin typeface="Roboto Medium" pitchFamily="2" charset="0"/>
                <a:ea typeface="Roboto Medium" pitchFamily="2" charset="0"/>
                <a:cs typeface="Roboto Medium" pitchFamily="2" charset="0"/>
              </a:defRPr>
            </a:lvl1pPr>
          </a:lstStyle>
          <a:p>
            <a:r>
              <a:rPr lang="en-NZ" dirty="0"/>
              <a:t>Presenters Name</a:t>
            </a:r>
          </a:p>
        </p:txBody>
      </p:sp>
      <p:sp>
        <p:nvSpPr>
          <p:cNvPr id="14" name="Rectangle 13">
            <a:extLst>
              <a:ext uri="{FF2B5EF4-FFF2-40B4-BE49-F238E27FC236}">
                <a16:creationId xmlns:a16="http://schemas.microsoft.com/office/drawing/2014/main" id="{665B4BFC-FB31-1447-90A4-1A4617DE3E49}"/>
              </a:ext>
            </a:extLst>
          </p:cNvPr>
          <p:cNvSpPr/>
          <p:nvPr userDrawn="1"/>
        </p:nvSpPr>
        <p:spPr>
          <a:xfrm>
            <a:off x="1033483" y="2536762"/>
            <a:ext cx="102072" cy="2079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a:solidFill>
                <a:schemeClr val="tx1"/>
              </a:solidFill>
            </a:endParaRPr>
          </a:p>
        </p:txBody>
      </p:sp>
      <p:pic>
        <p:nvPicPr>
          <p:cNvPr id="9" name="Picture 3" descr="C:\Users\Admin\Downloads\1-05.png"/>
          <p:cNvPicPr>
            <a:picLocks noChangeAspect="1" noChangeArrowheads="1"/>
          </p:cNvPicPr>
          <p:nvPr userDrawn="1"/>
        </p:nvPicPr>
        <p:blipFill>
          <a:blip r:embed="rId3">
            <a:lum bright="-10000"/>
          </a:blip>
          <a:srcRect l="3927" t="30524" r="85471" b="29793"/>
          <a:stretch>
            <a:fillRect/>
          </a:stretch>
        </p:blipFill>
        <p:spPr bwMode="auto">
          <a:xfrm>
            <a:off x="10410092" y="609600"/>
            <a:ext cx="4220308" cy="7620000"/>
          </a:xfrm>
          <a:prstGeom prst="rect">
            <a:avLst/>
          </a:prstGeom>
          <a:noFill/>
        </p:spPr>
      </p:pic>
      <p:grpSp>
        <p:nvGrpSpPr>
          <p:cNvPr id="15" name="Group 14"/>
          <p:cNvGrpSpPr/>
          <p:nvPr userDrawn="1"/>
        </p:nvGrpSpPr>
        <p:grpSpPr>
          <a:xfrm>
            <a:off x="685800" y="0"/>
            <a:ext cx="13545240" cy="1844902"/>
            <a:chOff x="685800" y="0"/>
            <a:chExt cx="13545240" cy="1844902"/>
          </a:xfrm>
        </p:grpSpPr>
        <p:grpSp>
          <p:nvGrpSpPr>
            <p:cNvPr id="16" name="Group 19"/>
            <p:cNvGrpSpPr/>
            <p:nvPr userDrawn="1"/>
          </p:nvGrpSpPr>
          <p:grpSpPr>
            <a:xfrm>
              <a:off x="685800" y="0"/>
              <a:ext cx="3677478" cy="1844902"/>
              <a:chOff x="685800" y="0"/>
              <a:chExt cx="3677478" cy="1844902"/>
            </a:xfrm>
          </p:grpSpPr>
          <p:pic>
            <p:nvPicPr>
              <p:cNvPr id="23" name="Picture 3" descr="C:\Users\Admin\Downloads\1-05.png"/>
              <p:cNvPicPr>
                <a:picLocks noChangeAspect="1" noChangeArrowheads="1"/>
              </p:cNvPicPr>
              <p:nvPr userDrawn="1"/>
            </p:nvPicPr>
            <p:blipFill>
              <a:blip r:embed="rId3"/>
              <a:srcRect/>
              <a:stretch>
                <a:fillRect/>
              </a:stretch>
            </p:blipFill>
            <p:spPr bwMode="auto">
              <a:xfrm>
                <a:off x="685800" y="0"/>
                <a:ext cx="3677478" cy="1773936"/>
              </a:xfrm>
              <a:prstGeom prst="rect">
                <a:avLst/>
              </a:prstGeom>
              <a:noFill/>
            </p:spPr>
          </p:pic>
          <p:cxnSp>
            <p:nvCxnSpPr>
              <p:cNvPr id="24" name="Straight Connector 23">
                <a:extLst>
                  <a:ext uri="{FF2B5EF4-FFF2-40B4-BE49-F238E27FC236}">
                    <a16:creationId xmlns:a16="http://schemas.microsoft.com/office/drawing/2014/main" id="{F1818976-698C-4B2D-82CF-4C7F8843B80D}"/>
                  </a:ext>
                </a:extLst>
              </p:cNvPr>
              <p:cNvCxnSpPr/>
              <p:nvPr userDrawn="1"/>
            </p:nvCxnSpPr>
            <p:spPr>
              <a:xfrm flipH="1">
                <a:off x="914681" y="1414015"/>
                <a:ext cx="33123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CEB4F58-EB86-4561-A53C-44C59E13C6EA}"/>
                  </a:ext>
                </a:extLst>
              </p:cNvPr>
              <p:cNvSpPr txBox="1"/>
              <p:nvPr userDrawn="1"/>
            </p:nvSpPr>
            <p:spPr>
              <a:xfrm>
                <a:off x="829861" y="1414015"/>
                <a:ext cx="3482008" cy="430887"/>
              </a:xfrm>
              <a:prstGeom prst="rect">
                <a:avLst/>
              </a:prstGeom>
              <a:noFill/>
            </p:spPr>
            <p:txBody>
              <a:bodyPr wrap="square" rtlCol="0">
                <a:spAutoFit/>
              </a:bodyPr>
              <a:lstStyle/>
              <a:p>
                <a:r>
                  <a:rPr lang="en-IN" sz="1100" dirty="0">
                    <a:solidFill>
                      <a:schemeClr val="bg1"/>
                    </a:solidFill>
                  </a:rPr>
                  <a:t>Established as per the Section 2(f) of the UGC Act, 1956</a:t>
                </a:r>
              </a:p>
              <a:p>
                <a:r>
                  <a:rPr lang="en-IN" sz="1100" dirty="0">
                    <a:solidFill>
                      <a:schemeClr val="bg1"/>
                    </a:solidFill>
                  </a:rPr>
                  <a:t>Approved by AICTE, COA and BCI, New Delhi</a:t>
                </a:r>
              </a:p>
            </p:txBody>
          </p:sp>
        </p:grpSp>
        <p:grpSp>
          <p:nvGrpSpPr>
            <p:cNvPr id="17" name="Group 13">
              <a:extLst>
                <a:ext uri="{FF2B5EF4-FFF2-40B4-BE49-F238E27FC236}">
                  <a16:creationId xmlns:a16="http://schemas.microsoft.com/office/drawing/2014/main" id="{5AFE99A1-F019-42EF-A6DD-FBA9CE0E5FB1}"/>
                </a:ext>
              </a:extLst>
            </p:cNvPr>
            <p:cNvGrpSpPr/>
            <p:nvPr userDrawn="1"/>
          </p:nvGrpSpPr>
          <p:grpSpPr>
            <a:xfrm>
              <a:off x="10987605" y="240670"/>
              <a:ext cx="3243431" cy="1349912"/>
              <a:chOff x="10616154" y="97913"/>
              <a:chExt cx="3619726" cy="1349912"/>
            </a:xfrm>
            <a:solidFill>
              <a:schemeClr val="bg1"/>
            </a:solidFill>
          </p:grpSpPr>
          <p:pic>
            <p:nvPicPr>
              <p:cNvPr id="18"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grpFill/>
              <a:extLst/>
            </p:spPr>
          </p:pic>
          <p:pic>
            <p:nvPicPr>
              <p:cNvPr id="19"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grpFill/>
              <a:extLst/>
            </p:spPr>
          </p:pic>
          <p:pic>
            <p:nvPicPr>
              <p:cNvPr id="20"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grpFill/>
              <a:extLst/>
            </p:spPr>
          </p:pic>
          <p:pic>
            <p:nvPicPr>
              <p:cNvPr id="21"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grpFill/>
              <a:extLst/>
            </p:spPr>
          </p:pic>
          <p:pic>
            <p:nvPicPr>
              <p:cNvPr id="22"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grpFill/>
              <a:extLst/>
            </p:spPr>
          </p:pic>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O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4630400" cy="8229600"/>
          </a:xfrm>
          <a:prstGeom prst="rect">
            <a:avLst/>
          </a:prstGeom>
        </p:spPr>
        <p:txBody>
          <a:bodyPr lIns="109728" tIns="54864" rIns="109728" bIns="54864"/>
          <a:lstStyle>
            <a:lvl1pPr algn="l">
              <a:defRPr>
                <a:latin typeface="Roboto Medium" pitchFamily="2" charset="0"/>
                <a:ea typeface="Roboto Medium" pitchFamily="2" charset="0"/>
              </a:defRPr>
            </a:lvl1pPr>
          </a:lstStyle>
          <a:p>
            <a:r>
              <a:rPr lang="en-US" smtClean="0"/>
              <a:t>Click icon to add picture</a:t>
            </a:r>
            <a:endParaRPr lang="en-US" dirty="0"/>
          </a:p>
        </p:txBody>
      </p:sp>
      <p:sp>
        <p:nvSpPr>
          <p:cNvPr id="9" name="Rectangle 8"/>
          <p:cNvSpPr/>
          <p:nvPr userDrawn="1"/>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1">
            <a:extLst>
              <a:ext uri="{FF2B5EF4-FFF2-40B4-BE49-F238E27FC236}">
                <a16:creationId xmlns:a16="http://schemas.microsoft.com/office/drawing/2014/main" id="{95547862-8F6A-BC48-853E-7BF0F3AB5234}"/>
              </a:ext>
            </a:extLst>
          </p:cNvPr>
          <p:cNvSpPr>
            <a:spLocks noGrp="1"/>
          </p:cNvSpPr>
          <p:nvPr>
            <p:ph type="title" hasCustomPrompt="1"/>
          </p:nvPr>
        </p:nvSpPr>
        <p:spPr bwMode="gray">
          <a:xfrm>
            <a:off x="1270264" y="2516375"/>
            <a:ext cx="5699298" cy="2100114"/>
          </a:xfrm>
          <a:prstGeom prst="rect">
            <a:avLst/>
          </a:prstGeom>
        </p:spPr>
        <p:txBody>
          <a:bodyPr lIns="109728" tIns="54864" rIns="109728" bIns="54864" anchor="ctr"/>
          <a:lstStyle>
            <a:lvl1pPr algn="l">
              <a:defRPr sz="4800" spc="0" baseline="0">
                <a:solidFill>
                  <a:schemeClr val="bg2">
                    <a:lumMod val="10000"/>
                  </a:schemeClr>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p>
        </p:txBody>
      </p:sp>
      <p:sp>
        <p:nvSpPr>
          <p:cNvPr id="23" name="Text Placeholder 2">
            <a:extLst>
              <a:ext uri="{FF2B5EF4-FFF2-40B4-BE49-F238E27FC236}">
                <a16:creationId xmlns:a16="http://schemas.microsoft.com/office/drawing/2014/main" id="{AC21DD09-D74B-6A41-995D-4EFFC7616AA9}"/>
              </a:ext>
            </a:extLst>
          </p:cNvPr>
          <p:cNvSpPr>
            <a:spLocks noGrp="1"/>
          </p:cNvSpPr>
          <p:nvPr>
            <p:ph type="body" sz="quarter" idx="10" hasCustomPrompt="1"/>
          </p:nvPr>
        </p:nvSpPr>
        <p:spPr bwMode="gray">
          <a:xfrm>
            <a:off x="1255887" y="4923081"/>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Department and Division</a:t>
            </a:r>
          </a:p>
        </p:txBody>
      </p:sp>
      <p:sp>
        <p:nvSpPr>
          <p:cNvPr id="24" name="Text Placeholder 3">
            <a:extLst>
              <a:ext uri="{FF2B5EF4-FFF2-40B4-BE49-F238E27FC236}">
                <a16:creationId xmlns:a16="http://schemas.microsoft.com/office/drawing/2014/main" id="{5C1AED7A-5027-0946-AA64-E69562BB4602}"/>
              </a:ext>
            </a:extLst>
          </p:cNvPr>
          <p:cNvSpPr>
            <a:spLocks noGrp="1"/>
          </p:cNvSpPr>
          <p:nvPr>
            <p:ph type="body" sz="quarter" idx="11" hasCustomPrompt="1"/>
          </p:nvPr>
        </p:nvSpPr>
        <p:spPr bwMode="gray">
          <a:xfrm>
            <a:off x="1252120" y="6436743"/>
            <a:ext cx="8106859" cy="489584"/>
          </a:xfrm>
          <a:prstGeom prst="rect">
            <a:avLst/>
          </a:prstGeom>
        </p:spPr>
        <p:txBody>
          <a:bodyPr lIns="109728" tIns="54864" rIns="109728" bIns="54864" anchor="ctr"/>
          <a:lstStyle>
            <a:lvl1pPr marL="0" indent="0" algn="l">
              <a:buNone/>
              <a:defRPr sz="2400">
                <a:solidFill>
                  <a:schemeClr val="bg2">
                    <a:lumMod val="10000"/>
                  </a:schemeClr>
                </a:solidFill>
                <a:latin typeface="Roboto Medium" pitchFamily="2" charset="0"/>
                <a:ea typeface="Roboto Medium" pitchFamily="2" charset="0"/>
              </a:defRPr>
            </a:lvl1pPr>
          </a:lstStyle>
          <a:p>
            <a:r>
              <a:rPr lang="en-NZ" altLang="ja-JP" dirty="0" err="1"/>
              <a:t>dd</a:t>
            </a:r>
            <a:r>
              <a:rPr lang="en-NZ" altLang="ja-JP" dirty="0"/>
              <a:t>/mm/</a:t>
            </a:r>
            <a:r>
              <a:rPr lang="en-NZ" altLang="ja-JP" dirty="0" err="1"/>
              <a:t>yy</a:t>
            </a:r>
            <a:endParaRPr lang="en-NZ" altLang="ja-JP" dirty="0"/>
          </a:p>
        </p:txBody>
      </p:sp>
      <p:sp>
        <p:nvSpPr>
          <p:cNvPr id="25" name="Text Placeholder 2">
            <a:extLst>
              <a:ext uri="{FF2B5EF4-FFF2-40B4-BE49-F238E27FC236}">
                <a16:creationId xmlns:a16="http://schemas.microsoft.com/office/drawing/2014/main" id="{B918CFE5-7401-9141-852A-F872961E9542}"/>
              </a:ext>
            </a:extLst>
          </p:cNvPr>
          <p:cNvSpPr>
            <a:spLocks noGrp="1"/>
          </p:cNvSpPr>
          <p:nvPr>
            <p:ph type="body" sz="quarter" idx="14" hasCustomPrompt="1"/>
          </p:nvPr>
        </p:nvSpPr>
        <p:spPr bwMode="gray">
          <a:xfrm>
            <a:off x="1255887" y="5689725"/>
            <a:ext cx="8106859" cy="489584"/>
          </a:xfrm>
          <a:prstGeom prst="rect">
            <a:avLst/>
          </a:prstGeom>
        </p:spPr>
        <p:txBody>
          <a:bodyPr lIns="109728" tIns="54864" rIns="109728" bIns="54864" anchor="ctr"/>
          <a:lstStyle>
            <a:lvl1pPr marL="0" marR="0" indent="0" algn="l" defTabSz="1097280" rtl="0" eaLnBrk="1" fontAlgn="auto" latinLnBrk="0" hangingPunct="1">
              <a:lnSpc>
                <a:spcPct val="100000"/>
              </a:lnSpc>
              <a:spcBef>
                <a:spcPts val="0"/>
              </a:spcBef>
              <a:spcAft>
                <a:spcPts val="0"/>
              </a:spcAft>
              <a:buClrTx/>
              <a:buSzTx/>
              <a:buFontTx/>
              <a:buNone/>
              <a:tabLst/>
              <a:defRPr lang="en-NZ" sz="3000" kern="1200" spc="480" baseline="0" dirty="0">
                <a:solidFill>
                  <a:schemeClr val="bg2">
                    <a:lumMod val="10000"/>
                  </a:schemeClr>
                </a:solidFill>
                <a:latin typeface="Roboto Medium" pitchFamily="2" charset="0"/>
                <a:ea typeface="Roboto Medium" pitchFamily="2" charset="0"/>
                <a:cs typeface="Roboto Medium" pitchFamily="2" charset="0"/>
              </a:defRPr>
            </a:lvl1pPr>
          </a:lstStyle>
          <a:p>
            <a:r>
              <a:rPr lang="en-NZ" dirty="0"/>
              <a:t>Presenters Name</a:t>
            </a:r>
          </a:p>
        </p:txBody>
      </p:sp>
      <p:sp>
        <p:nvSpPr>
          <p:cNvPr id="10" name="コンテンツ プレースホルダー 2"/>
          <p:cNvSpPr>
            <a:spLocks noGrp="1"/>
          </p:cNvSpPr>
          <p:nvPr>
            <p:ph sz="quarter" idx="17" hasCustomPrompt="1"/>
          </p:nvPr>
        </p:nvSpPr>
        <p:spPr>
          <a:xfrm>
            <a:off x="1031875" y="2536762"/>
            <a:ext cx="103680" cy="2077920"/>
          </a:xfrm>
          <a:prstGeom prst="rect">
            <a:avLst/>
          </a:prstGeom>
          <a:solidFill>
            <a:schemeClr val="tx1"/>
          </a:solidFill>
        </p:spPr>
        <p:txBody>
          <a:bodyPr lIns="109728" tIns="54864" rIns="109728" bIns="54864"/>
          <a:lstStyle>
            <a:lvl1pPr marL="0" indent="0" algn="l">
              <a:buNone/>
              <a:defRPr>
                <a:latin typeface="Roboto Medium" pitchFamily="2" charset="0"/>
                <a:ea typeface="Roboto Medium" pitchFamily="2" charset="0"/>
              </a:defRPr>
            </a:lvl1pPr>
          </a:lstStyle>
          <a:p>
            <a:pPr lvl="0"/>
            <a:r>
              <a:rPr kumimoji="1" lang="ja-JP" altLang="en-US" dirty="0" smtClean="0"/>
              <a:t>　</a:t>
            </a:r>
            <a:endParaRPr kumimoji="1" lang="ja-JP" altLang="en-US" dirty="0"/>
          </a:p>
        </p:txBody>
      </p:sp>
      <p:grpSp>
        <p:nvGrpSpPr>
          <p:cNvPr id="11" name="Group 10">
            <a:extLst>
              <a:ext uri="{FF2B5EF4-FFF2-40B4-BE49-F238E27FC236}">
                <a16:creationId xmlns:a16="http://schemas.microsoft.com/office/drawing/2014/main" id="{5AFE99A1-F019-42EF-A6DD-FBA9CE0E5FB1}"/>
              </a:ext>
            </a:extLst>
          </p:cNvPr>
          <p:cNvGrpSpPr/>
          <p:nvPr userDrawn="1"/>
        </p:nvGrpSpPr>
        <p:grpSpPr>
          <a:xfrm>
            <a:off x="10987608" y="240670"/>
            <a:ext cx="3243432" cy="1349912"/>
            <a:chOff x="10616154" y="97913"/>
            <a:chExt cx="3619726" cy="1349912"/>
          </a:xfrm>
        </p:grpSpPr>
        <p:pic>
          <p:nvPicPr>
            <p:cNvPr id="12" name="Picture 2" descr="NIRF — SAVEETHA SCHOOL OF MANAGEMENT">
              <a:extLst>
                <a:ext uri="{FF2B5EF4-FFF2-40B4-BE49-F238E27FC236}">
                  <a16:creationId xmlns:a16="http://schemas.microsoft.com/office/drawing/2014/main" id="{9B00A4D8-FB36-4B42-882E-EE775CC50F6E}"/>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7517" t="4377" r="28922" b="7151"/>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Bharath University - Top University In India">
              <a:extLst>
                <a:ext uri="{FF2B5EF4-FFF2-40B4-BE49-F238E27FC236}">
                  <a16:creationId xmlns:a16="http://schemas.microsoft.com/office/drawing/2014/main" id="{8CF62A35-8903-4AEE-9045-1FA034AB8A07}"/>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CREDISAPP for Ratings - Eloit">
              <a:extLst>
                <a:ext uri="{FF2B5EF4-FFF2-40B4-BE49-F238E27FC236}">
                  <a16:creationId xmlns:a16="http://schemas.microsoft.com/office/drawing/2014/main" id="{4EC4255E-9275-4645-A3F8-21419123E0ED}"/>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MHRD | Innovation Cell - Home">
              <a:extLst>
                <a:ext uri="{FF2B5EF4-FFF2-40B4-BE49-F238E27FC236}">
                  <a16:creationId xmlns:a16="http://schemas.microsoft.com/office/drawing/2014/main" id="{E6BC1D26-C603-41F7-A77B-3E57CF81C4C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Institution's Innovation Council | MHRD">
              <a:extLst>
                <a:ext uri="{FF2B5EF4-FFF2-40B4-BE49-F238E27FC236}">
                  <a16:creationId xmlns:a16="http://schemas.microsoft.com/office/drawing/2014/main" id="{36AC505C-EAFA-4C95-8784-8D5ACB655BDA}"/>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8879" t="20721" r="8879" b="24346"/>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p:cNvGrpSpPr/>
          <p:nvPr userDrawn="1"/>
        </p:nvGrpSpPr>
        <p:grpSpPr>
          <a:xfrm>
            <a:off x="749519" y="0"/>
            <a:ext cx="3562350" cy="1844902"/>
            <a:chOff x="234198" y="-186320"/>
            <a:chExt cx="3562350" cy="1844902"/>
          </a:xfrm>
        </p:grpSpPr>
        <p:pic>
          <p:nvPicPr>
            <p:cNvPr id="18" name="Picture 2" descr="C:\Users\Admin\Downloads\Logo-01.png">
              <a:extLst>
                <a:ext uri="{FF2B5EF4-FFF2-40B4-BE49-F238E27FC236}">
                  <a16:creationId xmlns:a16="http://schemas.microsoft.com/office/drawing/2014/main" id="{02D2B4F4-68F7-46EA-BCC3-13F31ABED52C}"/>
                </a:ext>
              </a:extLst>
            </p:cNvPr>
            <p:cNvPicPr>
              <a:picLocks noChangeAspect="1" noChangeArrowheads="1"/>
            </p:cNvPicPr>
            <p:nvPr userDrawn="1"/>
          </p:nvPicPr>
          <p:blipFill>
            <a:blip r:embed="rId7"/>
            <a:srcRect/>
            <a:stretch>
              <a:fillRect/>
            </a:stretch>
          </p:blipFill>
          <p:spPr bwMode="auto">
            <a:xfrm>
              <a:off x="234198" y="-186320"/>
              <a:ext cx="3562350" cy="1776902"/>
            </a:xfrm>
            <a:prstGeom prst="rect">
              <a:avLst/>
            </a:prstGeom>
            <a:noFill/>
          </p:spPr>
        </p:pic>
        <p:cxnSp>
          <p:nvCxnSpPr>
            <p:cNvPr id="19" name="Straight Connector 18">
              <a:extLst>
                <a:ext uri="{FF2B5EF4-FFF2-40B4-BE49-F238E27FC236}">
                  <a16:creationId xmlns:a16="http://schemas.microsoft.com/office/drawing/2014/main" id="{F1818976-698C-4B2D-82CF-4C7F8843B80D}"/>
                </a:ext>
              </a:extLst>
            </p:cNvPr>
            <p:cNvCxnSpPr/>
            <p:nvPr userDrawn="1"/>
          </p:nvCxnSpPr>
          <p:spPr>
            <a:xfrm flipH="1">
              <a:off x="399360" y="1227695"/>
              <a:ext cx="3312368"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CEB4F58-EB86-4561-A53C-44C59E13C6EA}"/>
                </a:ext>
              </a:extLst>
            </p:cNvPr>
            <p:cNvSpPr txBox="1"/>
            <p:nvPr userDrawn="1"/>
          </p:nvSpPr>
          <p:spPr>
            <a:xfrm>
              <a:off x="314540" y="1227695"/>
              <a:ext cx="3482008" cy="430887"/>
            </a:xfrm>
            <a:prstGeom prst="rect">
              <a:avLst/>
            </a:prstGeom>
            <a:noFill/>
          </p:spPr>
          <p:txBody>
            <a:bodyPr wrap="square" rtlCol="0">
              <a:spAutoFit/>
            </a:bodyPr>
            <a:lstStyle/>
            <a:p>
              <a:r>
                <a:rPr lang="en-IN" sz="1100" dirty="0"/>
                <a:t>Established as per the Section 2(f) of the UGC Act, 1956</a:t>
              </a:r>
            </a:p>
            <a:p>
              <a:r>
                <a:rPr lang="en-IN" sz="1100" dirty="0"/>
                <a:t>Approved by AICTE, COA and BCI, New Delhi</a:t>
              </a:r>
            </a:p>
          </p:txBody>
        </p:sp>
      </p:grpSp>
    </p:spTree>
    <p:extLst>
      <p:ext uri="{BB962C8B-B14F-4D97-AF65-F5344CB8AC3E}">
        <p14:creationId xmlns:p14="http://schemas.microsoft.com/office/powerpoint/2010/main" val="643554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White">
    <p:bg bwMode="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Arial" charset="0"/>
              <a:cs typeface="Arial" charset="0"/>
            </a:endParaRPr>
          </a:p>
        </p:txBody>
      </p:sp>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834481" y="474943"/>
            <a:ext cx="7454312" cy="1005842"/>
          </a:xfrm>
          <a:prstGeom prst="rect">
            <a:avLst/>
          </a:prstGeom>
        </p:spPr>
        <p:txBody>
          <a:bodyPr lIns="109728" tIns="54864" rIns="109728" bIns="54864"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Agenda</a:t>
            </a:r>
          </a:p>
        </p:txBody>
      </p:sp>
      <p:sp>
        <p:nvSpPr>
          <p:cNvPr id="9" name="Rectangle 8">
            <a:extLst>
              <a:ext uri="{FF2B5EF4-FFF2-40B4-BE49-F238E27FC236}">
                <a16:creationId xmlns:a16="http://schemas.microsoft.com/office/drawing/2014/main" id="{74536675-CD15-A94E-808B-8D6F84477752}"/>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834481" y="2128723"/>
            <a:ext cx="12961441" cy="5184576"/>
          </a:xfrm>
          <a:prstGeom prst="rect">
            <a:avLst/>
          </a:prstGeom>
        </p:spPr>
        <p:txBody>
          <a:bodyPr lIns="109728" tIns="54864" rIns="109728" bIns="54864"/>
          <a:lstStyle>
            <a:lvl1pPr marL="548640" indent="-548640" algn="l">
              <a:spcBef>
                <a:spcPts val="0"/>
              </a:spcBef>
              <a:spcAft>
                <a:spcPts val="1680"/>
              </a:spcAft>
              <a:buFont typeface="+mj-lt"/>
              <a:buAutoNum type="arabicPeriod"/>
              <a:defRPr sz="2900">
                <a:solidFill>
                  <a:schemeClr val="tx1"/>
                </a:solidFill>
                <a:latin typeface="Roboto Medium" pitchFamily="2" charset="0"/>
                <a:ea typeface="Roboto Medium" pitchFamily="2" charset="0"/>
                <a:cs typeface="Roboto Medium" pitchFamily="2" charset="0"/>
              </a:defRPr>
            </a:lvl1pPr>
            <a:lvl2pPr marL="840106" indent="-548640" algn="l">
              <a:spcBef>
                <a:spcPts val="0"/>
              </a:spcBef>
              <a:spcAft>
                <a:spcPts val="1680"/>
              </a:spcAft>
              <a:buFont typeface="+mj-lt"/>
              <a:buAutoNum type="arabicPeriod"/>
              <a:tabLst/>
              <a:defRPr sz="2900">
                <a:solidFill>
                  <a:schemeClr val="tx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pic>
        <p:nvPicPr>
          <p:cNvPr id="13"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1792141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Dark">
    <p:bg bwMode="gray">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0"/>
            <a:ext cx="14635823" cy="8255808"/>
          </a:xfrm>
          <a:prstGeom prst="rect">
            <a:avLst/>
          </a:prstGeom>
          <a:ln w="38100">
            <a:solidFill>
              <a:srgbClr val="FFC000"/>
            </a:solidFill>
          </a:ln>
        </p:spPr>
      </p:pic>
      <p:sp>
        <p:nvSpPr>
          <p:cNvPr id="8" name="Title 1">
            <a:extLst>
              <a:ext uri="{FF2B5EF4-FFF2-40B4-BE49-F238E27FC236}">
                <a16:creationId xmlns:a16="http://schemas.microsoft.com/office/drawing/2014/main" id="{F1559C6D-4317-AA46-BAB3-6CD813F0D97F}"/>
              </a:ext>
            </a:extLst>
          </p:cNvPr>
          <p:cNvSpPr>
            <a:spLocks noGrp="1"/>
          </p:cNvSpPr>
          <p:nvPr>
            <p:ph type="title" hasCustomPrompt="1"/>
          </p:nvPr>
        </p:nvSpPr>
        <p:spPr bwMode="gray">
          <a:xfrm>
            <a:off x="834481" y="474943"/>
            <a:ext cx="7454312"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Agenda</a:t>
            </a:r>
          </a:p>
        </p:txBody>
      </p:sp>
      <p:sp>
        <p:nvSpPr>
          <p:cNvPr id="9" name="Rectangle 8">
            <a:extLst>
              <a:ext uri="{FF2B5EF4-FFF2-40B4-BE49-F238E27FC236}">
                <a16:creationId xmlns:a16="http://schemas.microsoft.com/office/drawing/2014/main" id="{74536675-CD15-A94E-808B-8D6F84477752}"/>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sp>
        <p:nvSpPr>
          <p:cNvPr id="11" name="Text Placeholder 2">
            <a:extLst>
              <a:ext uri="{FF2B5EF4-FFF2-40B4-BE49-F238E27FC236}">
                <a16:creationId xmlns:a16="http://schemas.microsoft.com/office/drawing/2014/main" id="{75464016-775B-B140-8812-D9666C711A48}"/>
              </a:ext>
            </a:extLst>
          </p:cNvPr>
          <p:cNvSpPr>
            <a:spLocks noGrp="1"/>
          </p:cNvSpPr>
          <p:nvPr>
            <p:ph type="body" sz="quarter" idx="17"/>
          </p:nvPr>
        </p:nvSpPr>
        <p:spPr>
          <a:xfrm>
            <a:off x="834481" y="2128723"/>
            <a:ext cx="12961441" cy="5184576"/>
          </a:xfrm>
          <a:prstGeom prst="rect">
            <a:avLst/>
          </a:prstGeom>
        </p:spPr>
        <p:txBody>
          <a:bodyPr lIns="109728" tIns="54864" rIns="109728" bIns="54864"/>
          <a:lstStyle>
            <a:lvl1pPr marL="548640" indent="-548640" algn="l">
              <a:spcBef>
                <a:spcPts val="0"/>
              </a:spcBef>
              <a:spcAft>
                <a:spcPts val="1680"/>
              </a:spcAft>
              <a:buFont typeface="+mj-lt"/>
              <a:buAutoNum type="arabicPeriod"/>
              <a:defRPr sz="2900">
                <a:solidFill>
                  <a:schemeClr val="bg1"/>
                </a:solidFill>
                <a:latin typeface="Roboto Medium" pitchFamily="2" charset="0"/>
                <a:ea typeface="Roboto Medium" pitchFamily="2" charset="0"/>
                <a:cs typeface="Roboto Medium" pitchFamily="2" charset="0"/>
              </a:defRPr>
            </a:lvl1pPr>
            <a:lvl2pPr marL="840106" indent="-548640" algn="l">
              <a:spcBef>
                <a:spcPts val="0"/>
              </a:spcBef>
              <a:spcAft>
                <a:spcPts val="1680"/>
              </a:spcAft>
              <a:buFont typeface="+mj-lt"/>
              <a:buAutoNum type="arabicPeriod"/>
              <a:tabLst/>
              <a:defRPr sz="2900">
                <a:solidFill>
                  <a:schemeClr val="bg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pic>
        <p:nvPicPr>
          <p:cNvPr id="12"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179214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Agenda White">
    <p:bg bwMode="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834480" y="2128724"/>
            <a:ext cx="6135082" cy="5183232"/>
          </a:xfrm>
          <a:prstGeom prst="rect">
            <a:avLst/>
          </a:prstGeom>
        </p:spPr>
        <p:txBody>
          <a:bodyPr lIns="109728" tIns="54864" rIns="109728" bIns="54864"/>
          <a:lstStyle>
            <a:lvl1pPr marL="548640" indent="-548640">
              <a:spcBef>
                <a:spcPts val="0"/>
              </a:spcBef>
              <a:spcAft>
                <a:spcPts val="1680"/>
              </a:spcAft>
              <a:buFont typeface="+mj-lt"/>
              <a:buAutoNum type="arabicPeriod"/>
              <a:defRPr sz="2900">
                <a:solidFill>
                  <a:schemeClr val="tx1"/>
                </a:solidFill>
                <a:latin typeface="Roboto Medium" pitchFamily="2" charset="0"/>
                <a:ea typeface="Roboto Medium" pitchFamily="2" charset="0"/>
                <a:cs typeface="Roboto Medium" pitchFamily="2" charset="0"/>
              </a:defRPr>
            </a:lvl1pPr>
            <a:lvl2pPr marL="840106" indent="-548640">
              <a:spcBef>
                <a:spcPts val="0"/>
              </a:spcBef>
              <a:spcAft>
                <a:spcPts val="1680"/>
              </a:spcAft>
              <a:buFont typeface="+mj-lt"/>
              <a:buAutoNum type="arabicPeriod"/>
              <a:tabLst/>
              <a:defRPr sz="2900">
                <a:solidFill>
                  <a:schemeClr val="tx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7401609" y="2128724"/>
            <a:ext cx="6135082" cy="5183232"/>
          </a:xfrm>
          <a:prstGeom prst="rect">
            <a:avLst/>
          </a:prstGeom>
        </p:spPr>
        <p:txBody>
          <a:bodyPr lIns="109728" tIns="54864" rIns="109728" bIns="54864"/>
          <a:lstStyle>
            <a:lvl1pPr marL="548640" indent="-548640">
              <a:spcBef>
                <a:spcPts val="0"/>
              </a:spcBef>
              <a:spcAft>
                <a:spcPts val="1680"/>
              </a:spcAft>
              <a:buFont typeface="+mj-lt"/>
              <a:buAutoNum type="arabicPeriod"/>
              <a:defRPr sz="2900">
                <a:solidFill>
                  <a:schemeClr val="tx1"/>
                </a:solidFill>
                <a:latin typeface="Roboto Medium" pitchFamily="2" charset="0"/>
                <a:ea typeface="Roboto Medium" pitchFamily="2" charset="0"/>
                <a:cs typeface="Roboto Medium" pitchFamily="2" charset="0"/>
              </a:defRPr>
            </a:lvl1pPr>
            <a:lvl2pPr marL="840106" indent="-548640">
              <a:spcBef>
                <a:spcPts val="0"/>
              </a:spcBef>
              <a:spcAft>
                <a:spcPts val="1680"/>
              </a:spcAft>
              <a:buFont typeface="+mj-lt"/>
              <a:buAutoNum type="arabicPeriod"/>
              <a:tabLst/>
              <a:defRPr sz="2900">
                <a:solidFill>
                  <a:schemeClr val="tx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834481" y="474943"/>
            <a:ext cx="7454312" cy="1005842"/>
          </a:xfrm>
          <a:prstGeom prst="rect">
            <a:avLst/>
          </a:prstGeom>
        </p:spPr>
        <p:txBody>
          <a:bodyPr lIns="109728" tIns="54864" rIns="109728" bIns="54864"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Agenda (Two Columns)</a:t>
            </a:r>
          </a:p>
        </p:txBody>
      </p:sp>
      <p:sp>
        <p:nvSpPr>
          <p:cNvPr id="11" name="Rectangle 10">
            <a:extLst>
              <a:ext uri="{FF2B5EF4-FFF2-40B4-BE49-F238E27FC236}">
                <a16:creationId xmlns:a16="http://schemas.microsoft.com/office/drawing/2014/main" id="{9B6EB652-BF34-374F-BBB8-949977DE2724}"/>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b="0" i="0" dirty="0">
              <a:latin typeface="Roboto Medium" pitchFamily="2" charset="0"/>
              <a:ea typeface="Roboto Medium" pitchFamily="2" charset="0"/>
            </a:endParaRPr>
          </a:p>
        </p:txBody>
      </p:sp>
      <p:pic>
        <p:nvPicPr>
          <p:cNvPr id="15"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1241344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2 Column Agenda White">
    <p:bg bwMode="gray">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8" name="Text Placeholder 2">
            <a:extLst>
              <a:ext uri="{FF2B5EF4-FFF2-40B4-BE49-F238E27FC236}">
                <a16:creationId xmlns:a16="http://schemas.microsoft.com/office/drawing/2014/main" id="{41BD9FBF-4057-CE4A-95FF-A7E4437BE406}"/>
              </a:ext>
            </a:extLst>
          </p:cNvPr>
          <p:cNvSpPr>
            <a:spLocks noGrp="1"/>
          </p:cNvSpPr>
          <p:nvPr>
            <p:ph type="body" sz="quarter" idx="17"/>
          </p:nvPr>
        </p:nvSpPr>
        <p:spPr>
          <a:xfrm>
            <a:off x="834480" y="2128724"/>
            <a:ext cx="6135082" cy="5183232"/>
          </a:xfrm>
          <a:prstGeom prst="rect">
            <a:avLst/>
          </a:prstGeom>
        </p:spPr>
        <p:txBody>
          <a:bodyPr lIns="109728" tIns="54864" rIns="109728" bIns="54864"/>
          <a:lstStyle>
            <a:lvl1pPr marL="548640" indent="-548640">
              <a:spcBef>
                <a:spcPts val="0"/>
              </a:spcBef>
              <a:spcAft>
                <a:spcPts val="1680"/>
              </a:spcAft>
              <a:buFont typeface="+mj-lt"/>
              <a:buAutoNum type="arabicPeriod"/>
              <a:defRPr sz="2900">
                <a:solidFill>
                  <a:schemeClr val="bg1"/>
                </a:solidFill>
                <a:latin typeface="Roboto Medium" pitchFamily="2" charset="0"/>
                <a:ea typeface="Roboto Medium" pitchFamily="2" charset="0"/>
                <a:cs typeface="Roboto Medium" pitchFamily="2" charset="0"/>
              </a:defRPr>
            </a:lvl1pPr>
            <a:lvl2pPr marL="840106" indent="-548640">
              <a:spcBef>
                <a:spcPts val="0"/>
              </a:spcBef>
              <a:spcAft>
                <a:spcPts val="1680"/>
              </a:spcAft>
              <a:buFont typeface="+mj-lt"/>
              <a:buAutoNum type="arabicPeriod"/>
              <a:tabLst/>
              <a:defRPr sz="2900">
                <a:solidFill>
                  <a:schemeClr val="bg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sp>
        <p:nvSpPr>
          <p:cNvPr id="9" name="Text Placeholder 2">
            <a:extLst>
              <a:ext uri="{FF2B5EF4-FFF2-40B4-BE49-F238E27FC236}">
                <a16:creationId xmlns:a16="http://schemas.microsoft.com/office/drawing/2014/main" id="{8F61B18F-41E7-EB43-A1A5-986763A09CCA}"/>
              </a:ext>
            </a:extLst>
          </p:cNvPr>
          <p:cNvSpPr>
            <a:spLocks noGrp="1"/>
          </p:cNvSpPr>
          <p:nvPr>
            <p:ph type="body" sz="quarter" idx="18"/>
          </p:nvPr>
        </p:nvSpPr>
        <p:spPr>
          <a:xfrm>
            <a:off x="7401609" y="2128724"/>
            <a:ext cx="6135082" cy="5183232"/>
          </a:xfrm>
          <a:prstGeom prst="rect">
            <a:avLst/>
          </a:prstGeom>
        </p:spPr>
        <p:txBody>
          <a:bodyPr lIns="109728" tIns="54864" rIns="109728" bIns="54864"/>
          <a:lstStyle>
            <a:lvl1pPr marL="548640" indent="-548640">
              <a:spcBef>
                <a:spcPts val="0"/>
              </a:spcBef>
              <a:spcAft>
                <a:spcPts val="1680"/>
              </a:spcAft>
              <a:buFont typeface="+mj-lt"/>
              <a:buAutoNum type="arabicPeriod"/>
              <a:defRPr sz="2900">
                <a:solidFill>
                  <a:schemeClr val="bg1"/>
                </a:solidFill>
                <a:latin typeface="Roboto Medium" pitchFamily="2" charset="0"/>
                <a:ea typeface="Roboto Medium" pitchFamily="2" charset="0"/>
                <a:cs typeface="Roboto Medium" pitchFamily="2" charset="0"/>
              </a:defRPr>
            </a:lvl1pPr>
            <a:lvl2pPr marL="840106" indent="-548640">
              <a:spcBef>
                <a:spcPts val="0"/>
              </a:spcBef>
              <a:spcAft>
                <a:spcPts val="1680"/>
              </a:spcAft>
              <a:buFont typeface="+mj-lt"/>
              <a:buAutoNum type="arabicPeriod"/>
              <a:tabLst/>
              <a:defRPr sz="2900">
                <a:solidFill>
                  <a:schemeClr val="bg1"/>
                </a:solidFill>
                <a:latin typeface="Roboto Medium" pitchFamily="2" charset="0"/>
                <a:ea typeface="Roboto Medium" pitchFamily="2" charset="0"/>
                <a:cs typeface="Roboto Medium" pitchFamily="2" charset="0"/>
              </a:defRPr>
            </a:lvl2pPr>
            <a:lvl3pPr marL="712470" indent="0">
              <a:spcBef>
                <a:spcPts val="0"/>
              </a:spcBef>
              <a:spcAft>
                <a:spcPts val="1680"/>
              </a:spcAft>
              <a:buNone/>
              <a:tabLst/>
              <a:defRPr sz="2400">
                <a:solidFill>
                  <a:schemeClr val="bg1"/>
                </a:solidFill>
              </a:defRPr>
            </a:lvl3pPr>
            <a:lvl4pPr marL="1068706" indent="0">
              <a:spcBef>
                <a:spcPts val="0"/>
              </a:spcBef>
              <a:spcAft>
                <a:spcPts val="1680"/>
              </a:spcAft>
              <a:buNone/>
              <a:tabLst/>
              <a:defRPr sz="2200">
                <a:solidFill>
                  <a:schemeClr val="bg1"/>
                </a:solidFill>
              </a:defRPr>
            </a:lvl4pPr>
            <a:lvl5pPr marL="1312544" indent="0">
              <a:spcBef>
                <a:spcPts val="0"/>
              </a:spcBef>
              <a:spcAft>
                <a:spcPts val="1680"/>
              </a:spcAft>
              <a:buNone/>
              <a:tabLst/>
              <a:defRPr sz="2200">
                <a:solidFill>
                  <a:schemeClr val="bg1"/>
                </a:solidFill>
              </a:defRPr>
            </a:lvl5pPr>
          </a:lstStyle>
          <a:p>
            <a:pPr lvl="0"/>
            <a:r>
              <a:rPr lang="en-US" dirty="0"/>
              <a:t>Edit Master text styles</a:t>
            </a:r>
          </a:p>
          <a:p>
            <a:pPr lvl="1"/>
            <a:endParaRPr lang="en-US" dirty="0"/>
          </a:p>
        </p:txBody>
      </p:sp>
      <p:sp>
        <p:nvSpPr>
          <p:cNvPr id="13" name="Title 1">
            <a:extLst>
              <a:ext uri="{FF2B5EF4-FFF2-40B4-BE49-F238E27FC236}">
                <a16:creationId xmlns:a16="http://schemas.microsoft.com/office/drawing/2014/main" id="{E3932FE3-F1D5-2245-8974-1F3F9EDF2F16}"/>
              </a:ext>
            </a:extLst>
          </p:cNvPr>
          <p:cNvSpPr>
            <a:spLocks noGrp="1"/>
          </p:cNvSpPr>
          <p:nvPr>
            <p:ph type="title" hasCustomPrompt="1"/>
          </p:nvPr>
        </p:nvSpPr>
        <p:spPr bwMode="gray">
          <a:xfrm>
            <a:off x="834481" y="474943"/>
            <a:ext cx="7454312"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Agenda (Two Columns)</a:t>
            </a:r>
          </a:p>
        </p:txBody>
      </p:sp>
      <p:sp>
        <p:nvSpPr>
          <p:cNvPr id="11" name="Rectangle 10">
            <a:extLst>
              <a:ext uri="{FF2B5EF4-FFF2-40B4-BE49-F238E27FC236}">
                <a16:creationId xmlns:a16="http://schemas.microsoft.com/office/drawing/2014/main" id="{9B6EB652-BF34-374F-BBB8-949977DE2724}"/>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b="0" i="0" dirty="0">
              <a:solidFill>
                <a:schemeClr val="bg1"/>
              </a:solidFill>
              <a:latin typeface="Roboto Medium" pitchFamily="2" charset="0"/>
              <a:ea typeface="Roboto Medium" pitchFamily="2" charset="0"/>
            </a:endParaRPr>
          </a:p>
        </p:txBody>
      </p:sp>
      <p:pic>
        <p:nvPicPr>
          <p:cNvPr id="15" name="Picture 3" descr="C:\Users\Admin\Downloads\1-05.png"/>
          <p:cNvPicPr>
            <a:picLocks noChangeAspect="1" noChangeArrowheads="1"/>
          </p:cNvPicPr>
          <p:nvPr userDrawn="1"/>
        </p:nvPicPr>
        <p:blipFill>
          <a:blip r:embed="rId3"/>
          <a:srcRect/>
          <a:stretch>
            <a:fillRect/>
          </a:stretch>
        </p:blipFill>
        <p:spPr bwMode="auto">
          <a:xfrm>
            <a:off x="10668001" y="0"/>
            <a:ext cx="3677478" cy="1773936"/>
          </a:xfrm>
          <a:prstGeom prst="rect">
            <a:avLst/>
          </a:prstGeom>
          <a:noFill/>
        </p:spPr>
      </p:pic>
      <p:pic>
        <p:nvPicPr>
          <p:cNvPr id="12" name="Picture 3" descr="C:\Users\Admin\Downloads\1-05.png"/>
          <p:cNvPicPr>
            <a:picLocks noChangeAspect="1" noChangeArrowheads="1"/>
          </p:cNvPicPr>
          <p:nvPr userDrawn="1"/>
        </p:nvPicPr>
        <p:blipFill>
          <a:blip r:embed="rId3">
            <a:lum bright="-10000"/>
          </a:blip>
          <a:srcRect l="3927" t="30524" r="85471" b="29793"/>
          <a:stretch>
            <a:fillRect/>
          </a:stretch>
        </p:blipFill>
        <p:spPr bwMode="auto">
          <a:xfrm>
            <a:off x="10410092" y="609600"/>
            <a:ext cx="4220308" cy="7620000"/>
          </a:xfrm>
          <a:prstGeom prst="rect">
            <a:avLst/>
          </a:prstGeom>
          <a:noFill/>
        </p:spPr>
      </p:pic>
    </p:spTree>
    <p:extLst>
      <p:ext uri="{BB962C8B-B14F-4D97-AF65-F5344CB8AC3E}">
        <p14:creationId xmlns:p14="http://schemas.microsoft.com/office/powerpoint/2010/main" val="1241344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White">
    <p:bg bwMode="gray">
      <p:bgPr>
        <a:solidFill>
          <a:schemeClr val="bg1"/>
        </a:solidFill>
        <a:effectLst/>
      </p:bgPr>
    </p:bg>
    <p:spTree>
      <p:nvGrpSpPr>
        <p:cNvPr id="1" name=""/>
        <p:cNvGrpSpPr/>
        <p:nvPr/>
      </p:nvGrpSpPr>
      <p:grpSpPr>
        <a:xfrm>
          <a:off x="0" y="0"/>
          <a:ext cx="0" cy="0"/>
          <a:chOff x="0" y="0"/>
          <a:chExt cx="0" cy="0"/>
        </a:xfrm>
      </p:grpSpPr>
      <p:pic>
        <p:nvPicPr>
          <p:cNvPr id="8" name="Picture 2" descr="C:\Users\Admin\Downloads\WSBC_REVA_LOGO_180x180_px_150420_V001.png"/>
          <p:cNvPicPr>
            <a:picLocks noChangeAspect="1" noChangeArrowheads="1"/>
          </p:cNvPicPr>
          <p:nvPr userDrawn="1"/>
        </p:nvPicPr>
        <p:blipFill>
          <a:blip r:embed="rId2"/>
          <a:srcRect r="50000"/>
          <a:stretch>
            <a:fillRect/>
          </a:stretch>
        </p:blipFill>
        <p:spPr bwMode="auto">
          <a:xfrm>
            <a:off x="11201400" y="914400"/>
            <a:ext cx="3429000" cy="6858000"/>
          </a:xfrm>
          <a:prstGeom prst="rect">
            <a:avLst/>
          </a:prstGeom>
          <a:noFill/>
        </p:spPr>
      </p:pic>
      <p:sp>
        <p:nvSpPr>
          <p:cNvPr id="11" name="Rectangle 10"/>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2" name="Title 1"/>
          <p:cNvSpPr>
            <a:spLocks noGrp="1"/>
          </p:cNvSpPr>
          <p:nvPr>
            <p:ph type="title" hasCustomPrompt="1"/>
          </p:nvPr>
        </p:nvSpPr>
        <p:spPr bwMode="gray">
          <a:xfrm>
            <a:off x="917971" y="2836439"/>
            <a:ext cx="12618720" cy="1590676"/>
          </a:xfrm>
          <a:prstGeom prst="rect">
            <a:avLst/>
          </a:prstGeom>
        </p:spPr>
        <p:txBody>
          <a:bodyPr lIns="109728" tIns="54864" rIns="109728" bIns="54864" anchor="ctr"/>
          <a:lstStyle>
            <a:lvl1pPr algn="l">
              <a:defRPr sz="9400" b="1" i="0" spc="0">
                <a:solidFill>
                  <a:schemeClr val="tx1"/>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9" name="Text Placeholder 5"/>
          <p:cNvSpPr>
            <a:spLocks noGrp="1"/>
          </p:cNvSpPr>
          <p:nvPr>
            <p:ph type="body" sz="quarter" idx="11" hasCustomPrompt="1"/>
          </p:nvPr>
        </p:nvSpPr>
        <p:spPr bwMode="gray">
          <a:xfrm>
            <a:off x="1020043" y="4555585"/>
            <a:ext cx="8106859" cy="489584"/>
          </a:xfrm>
          <a:prstGeom prst="rect">
            <a:avLst/>
          </a:prstGeom>
        </p:spPr>
        <p:txBody>
          <a:bodyPr lIns="109728" tIns="54864" rIns="109728" bIns="54864"/>
          <a:lstStyle>
            <a:lvl1pPr marL="0" marR="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lang="en-US" sz="3000" kern="1200" spc="480" baseline="0" dirty="0" smtClean="0">
                <a:solidFill>
                  <a:schemeClr val="tx1"/>
                </a:solidFill>
                <a:latin typeface="Roboto Medium" pitchFamily="2" charset="0"/>
                <a:ea typeface="Roboto Medium" pitchFamily="2" charset="0"/>
                <a:cs typeface="Roboto Medium" pitchFamily="2" charset="0"/>
              </a:defRPr>
            </a:lvl1pPr>
          </a:lstStyle>
          <a:p>
            <a:pPr marL="0" marR="0" lvl="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dirty="0"/>
              <a:t>SUBTITLE</a:t>
            </a:r>
          </a:p>
          <a:p>
            <a:pPr lvl="0"/>
            <a:endParaRPr lang="en-US" dirty="0"/>
          </a:p>
        </p:txBody>
      </p:sp>
      <p:sp>
        <p:nvSpPr>
          <p:cNvPr id="7" name="Rectangle 6">
            <a:extLst>
              <a:ext uri="{FF2B5EF4-FFF2-40B4-BE49-F238E27FC236}">
                <a16:creationId xmlns:a16="http://schemas.microsoft.com/office/drawing/2014/main" id="{0A161A43-230D-6D48-91E6-6DF531926408}"/>
              </a:ext>
            </a:extLst>
          </p:cNvPr>
          <p:cNvSpPr/>
          <p:nvPr userDrawn="1"/>
        </p:nvSpPr>
        <p:spPr>
          <a:xfrm>
            <a:off x="586904" y="2818656"/>
            <a:ext cx="102072" cy="23042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spTree>
    <p:extLst>
      <p:ext uri="{BB962C8B-B14F-4D97-AF65-F5344CB8AC3E}">
        <p14:creationId xmlns:p14="http://schemas.microsoft.com/office/powerpoint/2010/main" val="2731359464"/>
      </p:ext>
    </p:extLst>
  </p:cSld>
  <p:clrMapOvr>
    <a:masterClrMapping/>
  </p:clrMapOvr>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vider White">
    <p:bg bwMode="gray">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2" name="Title 1"/>
          <p:cNvSpPr>
            <a:spLocks noGrp="1"/>
          </p:cNvSpPr>
          <p:nvPr>
            <p:ph type="title" hasCustomPrompt="1"/>
          </p:nvPr>
        </p:nvSpPr>
        <p:spPr bwMode="gray">
          <a:xfrm>
            <a:off x="917971" y="2836439"/>
            <a:ext cx="12618720" cy="1590676"/>
          </a:xfrm>
          <a:prstGeom prst="rect">
            <a:avLst/>
          </a:prstGeom>
        </p:spPr>
        <p:txBody>
          <a:bodyPr lIns="109728" tIns="54864" rIns="109728" bIns="54864" anchor="ctr"/>
          <a:lstStyle>
            <a:lvl1pPr algn="l">
              <a:defRPr sz="9400" b="1" i="0" spc="0">
                <a:solidFill>
                  <a:schemeClr val="bg1"/>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9" name="Text Placeholder 5"/>
          <p:cNvSpPr>
            <a:spLocks noGrp="1"/>
          </p:cNvSpPr>
          <p:nvPr>
            <p:ph type="body" sz="quarter" idx="11" hasCustomPrompt="1"/>
          </p:nvPr>
        </p:nvSpPr>
        <p:spPr bwMode="gray">
          <a:xfrm>
            <a:off x="1020043" y="4555585"/>
            <a:ext cx="8106859" cy="489584"/>
          </a:xfrm>
          <a:prstGeom prst="rect">
            <a:avLst/>
          </a:prstGeom>
        </p:spPr>
        <p:txBody>
          <a:bodyPr lIns="109728" tIns="54864" rIns="109728" bIns="54864"/>
          <a:lstStyle>
            <a:lvl1pPr marL="0" marR="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lang="en-US" sz="3000" kern="1200" spc="480" baseline="0" dirty="0" smtClean="0">
                <a:solidFill>
                  <a:schemeClr val="bg1"/>
                </a:solidFill>
                <a:latin typeface="Roboto Medium" pitchFamily="2" charset="0"/>
                <a:ea typeface="Roboto Medium" pitchFamily="2" charset="0"/>
                <a:cs typeface="Roboto Medium" pitchFamily="2" charset="0"/>
              </a:defRPr>
            </a:lvl1pPr>
          </a:lstStyle>
          <a:p>
            <a:pPr marL="0" marR="0" lvl="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dirty="0"/>
              <a:t>SUBTITLE</a:t>
            </a:r>
          </a:p>
          <a:p>
            <a:pPr lvl="0"/>
            <a:endParaRPr lang="en-US" dirty="0"/>
          </a:p>
        </p:txBody>
      </p:sp>
      <p:sp>
        <p:nvSpPr>
          <p:cNvPr id="7" name="Rectangle 6">
            <a:extLst>
              <a:ext uri="{FF2B5EF4-FFF2-40B4-BE49-F238E27FC236}">
                <a16:creationId xmlns:a16="http://schemas.microsoft.com/office/drawing/2014/main" id="{0A161A43-230D-6D48-91E6-6DF531926408}"/>
              </a:ext>
            </a:extLst>
          </p:cNvPr>
          <p:cNvSpPr/>
          <p:nvPr userDrawn="1"/>
        </p:nvSpPr>
        <p:spPr>
          <a:xfrm>
            <a:off x="586904" y="2818656"/>
            <a:ext cx="102072" cy="230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pic>
        <p:nvPicPr>
          <p:cNvPr id="10" name="Picture 3" descr="C:\Users\Admin\Downloads\1-05.png"/>
          <p:cNvPicPr>
            <a:picLocks noChangeAspect="1" noChangeArrowheads="1"/>
          </p:cNvPicPr>
          <p:nvPr userDrawn="1"/>
        </p:nvPicPr>
        <p:blipFill>
          <a:blip r:embed="rId3">
            <a:lum bright="-10000"/>
          </a:blip>
          <a:srcRect l="3927" t="30524" r="85471" b="29793"/>
          <a:stretch>
            <a:fillRect/>
          </a:stretch>
        </p:blipFill>
        <p:spPr bwMode="auto">
          <a:xfrm>
            <a:off x="10410092" y="609600"/>
            <a:ext cx="4220308" cy="7620000"/>
          </a:xfrm>
          <a:prstGeom prst="rect">
            <a:avLst/>
          </a:prstGeom>
          <a:noFill/>
        </p:spPr>
      </p:pic>
    </p:spTree>
    <p:extLst>
      <p:ext uri="{BB962C8B-B14F-4D97-AF65-F5344CB8AC3E}">
        <p14:creationId xmlns:p14="http://schemas.microsoft.com/office/powerpoint/2010/main" val="2731359464"/>
      </p:ext>
    </p:extLst>
  </p:cSld>
  <p:clrMapOvr>
    <a:masterClrMapping/>
  </p:clrMapOvr>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vider White">
    <p:bg bwMode="gray">
      <p:bgPr>
        <a:solidFill>
          <a:schemeClr val="bg1"/>
        </a:solidFill>
        <a:effectLst/>
      </p:bgPr>
    </p:bg>
    <p:spTree>
      <p:nvGrpSpPr>
        <p:cNvPr id="1" name=""/>
        <p:cNvGrpSpPr/>
        <p:nvPr/>
      </p:nvGrpSpPr>
      <p:grpSpPr>
        <a:xfrm>
          <a:off x="0" y="0"/>
          <a:ext cx="0" cy="0"/>
          <a:chOff x="0" y="0"/>
          <a:chExt cx="0" cy="0"/>
        </a:xfrm>
      </p:grpSpPr>
      <p:pic>
        <p:nvPicPr>
          <p:cNvPr id="2051" name="Picture 3" descr="C:\Users\Admin\Downloads\_DSC1138-Edit(1) (1).jpg"/>
          <p:cNvPicPr>
            <a:picLocks noChangeAspect="1" noChangeArrowheads="1"/>
          </p:cNvPicPr>
          <p:nvPr userDrawn="1"/>
        </p:nvPicPr>
        <p:blipFill>
          <a:blip r:embed="rId2" cstate="print"/>
          <a:srcRect b="15719"/>
          <a:stretch>
            <a:fillRect/>
          </a:stretch>
        </p:blipFill>
        <p:spPr bwMode="auto">
          <a:xfrm>
            <a:off x="0" y="-1"/>
            <a:ext cx="14630400" cy="8229601"/>
          </a:xfrm>
          <a:prstGeom prst="rect">
            <a:avLst/>
          </a:prstGeom>
          <a:noFill/>
        </p:spPr>
      </p:pic>
      <p:sp>
        <p:nvSpPr>
          <p:cNvPr id="10" name="Rectangle 9"/>
          <p:cNvSpPr/>
          <p:nvPr userDrawn="1"/>
        </p:nvSpPr>
        <p:spPr>
          <a:xfrm>
            <a:off x="0" y="0"/>
            <a:ext cx="14630400" cy="8229600"/>
          </a:xfrm>
          <a:prstGeom prst="rect">
            <a:avLst/>
          </a:prstGeom>
          <a:solidFill>
            <a:schemeClr val="dk1">
              <a:alpha val="57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bwMode="gray">
          <a:xfrm>
            <a:off x="917971" y="2836439"/>
            <a:ext cx="12618720" cy="1590676"/>
          </a:xfrm>
          <a:prstGeom prst="rect">
            <a:avLst/>
          </a:prstGeom>
        </p:spPr>
        <p:txBody>
          <a:bodyPr lIns="109728" tIns="54864" rIns="109728" bIns="54864" anchor="ctr"/>
          <a:lstStyle>
            <a:lvl1pPr algn="l">
              <a:defRPr sz="9400" b="1" i="0" spc="0">
                <a:solidFill>
                  <a:schemeClr val="bg1"/>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9" name="Text Placeholder 5"/>
          <p:cNvSpPr>
            <a:spLocks noGrp="1"/>
          </p:cNvSpPr>
          <p:nvPr>
            <p:ph type="body" sz="quarter" idx="11" hasCustomPrompt="1"/>
          </p:nvPr>
        </p:nvSpPr>
        <p:spPr bwMode="gray">
          <a:xfrm>
            <a:off x="1020043" y="4555585"/>
            <a:ext cx="8106859" cy="489584"/>
          </a:xfrm>
          <a:prstGeom prst="rect">
            <a:avLst/>
          </a:prstGeom>
        </p:spPr>
        <p:txBody>
          <a:bodyPr lIns="109728" tIns="54864" rIns="109728" bIns="54864"/>
          <a:lstStyle>
            <a:lvl1pPr marL="0" marR="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lang="en-US" sz="3000" kern="1200" spc="480" baseline="0" dirty="0" smtClean="0">
                <a:solidFill>
                  <a:schemeClr val="bg1"/>
                </a:solidFill>
                <a:latin typeface="Roboto Medium" pitchFamily="2" charset="0"/>
                <a:ea typeface="Roboto Medium" pitchFamily="2" charset="0"/>
                <a:cs typeface="Roboto Medium" pitchFamily="2" charset="0"/>
              </a:defRPr>
            </a:lvl1pPr>
          </a:lstStyle>
          <a:p>
            <a:pPr marL="0" marR="0" lvl="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dirty="0"/>
              <a:t>SUBTITLE</a:t>
            </a:r>
          </a:p>
          <a:p>
            <a:pPr lvl="0"/>
            <a:endParaRPr lang="en-US" dirty="0"/>
          </a:p>
        </p:txBody>
      </p:sp>
      <p:sp>
        <p:nvSpPr>
          <p:cNvPr id="7" name="Rectangle 6">
            <a:extLst>
              <a:ext uri="{FF2B5EF4-FFF2-40B4-BE49-F238E27FC236}">
                <a16:creationId xmlns:a16="http://schemas.microsoft.com/office/drawing/2014/main" id="{0A161A43-230D-6D48-91E6-6DF531926408}"/>
              </a:ext>
            </a:extLst>
          </p:cNvPr>
          <p:cNvSpPr/>
          <p:nvPr userDrawn="1"/>
        </p:nvSpPr>
        <p:spPr>
          <a:xfrm>
            <a:off x="586904" y="2818656"/>
            <a:ext cx="102072" cy="230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spTree>
    <p:extLst>
      <p:ext uri="{BB962C8B-B14F-4D97-AF65-F5344CB8AC3E}">
        <p14:creationId xmlns:p14="http://schemas.microsoft.com/office/powerpoint/2010/main" val="2731359464"/>
      </p:ext>
    </p:extLst>
  </p:cSld>
  <p:clrMapOvr>
    <a:masterClrMapping/>
  </p:clrMapOvr>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Image O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C96D411-367F-DE44-B86F-24693F081E88}"/>
              </a:ext>
            </a:extLst>
          </p:cNvPr>
          <p:cNvSpPr>
            <a:spLocks noGrp="1"/>
          </p:cNvSpPr>
          <p:nvPr>
            <p:ph type="pic" sz="quarter" idx="15"/>
          </p:nvPr>
        </p:nvSpPr>
        <p:spPr>
          <a:xfrm>
            <a:off x="0" y="0"/>
            <a:ext cx="14630400" cy="8229600"/>
          </a:xfrm>
          <a:prstGeom prst="rect">
            <a:avLst/>
          </a:prstGeom>
        </p:spPr>
        <p:txBody>
          <a:bodyPr lIns="109728" tIns="54864" rIns="109728" bIns="54864"/>
          <a:lstStyle>
            <a:lvl1pPr algn="l">
              <a:defRPr>
                <a:latin typeface="Roboto Medium" pitchFamily="2" charset="0"/>
                <a:ea typeface="Roboto Medium" pitchFamily="2" charset="0"/>
              </a:defRPr>
            </a:lvl1pPr>
          </a:lstStyle>
          <a:p>
            <a:endParaRPr lang="en-US" dirty="0"/>
          </a:p>
        </p:txBody>
      </p:sp>
      <p:sp>
        <p:nvSpPr>
          <p:cNvPr id="8" name="Title 1"/>
          <p:cNvSpPr>
            <a:spLocks noGrp="1"/>
          </p:cNvSpPr>
          <p:nvPr>
            <p:ph type="title" hasCustomPrompt="1"/>
          </p:nvPr>
        </p:nvSpPr>
        <p:spPr bwMode="gray">
          <a:xfrm>
            <a:off x="917971" y="2438400"/>
            <a:ext cx="5787629" cy="1590676"/>
          </a:xfrm>
          <a:prstGeom prst="rect">
            <a:avLst/>
          </a:prstGeom>
        </p:spPr>
        <p:txBody>
          <a:bodyPr lIns="109728" tIns="54864" rIns="109728" bIns="54864" anchor="ctr"/>
          <a:lstStyle>
            <a:lvl1pPr algn="l">
              <a:defRPr sz="8000" b="1" i="0" spc="0">
                <a:solidFill>
                  <a:schemeClr val="tx1"/>
                </a:solidFill>
                <a:latin typeface="Roboto Medium" pitchFamily="2" charset="0"/>
                <a:ea typeface="Roboto Medium" pitchFamily="2" charset="0"/>
                <a:cs typeface="Roboto Medium" pitchFamily="2" charset="0"/>
              </a:defRPr>
            </a:lvl1pPr>
          </a:lstStyle>
          <a:p>
            <a:r>
              <a:rPr lang="en-US" dirty="0"/>
              <a:t>TITLE PAGE</a:t>
            </a:r>
            <a:endParaRPr lang="en-NZ" dirty="0"/>
          </a:p>
        </p:txBody>
      </p:sp>
      <p:sp>
        <p:nvSpPr>
          <p:cNvPr id="9" name="Text Placeholder 5"/>
          <p:cNvSpPr>
            <a:spLocks noGrp="1"/>
          </p:cNvSpPr>
          <p:nvPr>
            <p:ph type="body" sz="quarter" idx="11" hasCustomPrompt="1"/>
          </p:nvPr>
        </p:nvSpPr>
        <p:spPr bwMode="gray">
          <a:xfrm>
            <a:off x="1020043" y="4157546"/>
            <a:ext cx="5685557" cy="489584"/>
          </a:xfrm>
          <a:prstGeom prst="rect">
            <a:avLst/>
          </a:prstGeom>
        </p:spPr>
        <p:txBody>
          <a:bodyPr lIns="109728" tIns="54864" rIns="109728" bIns="54864"/>
          <a:lstStyle>
            <a:lvl1pPr marL="0" marR="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lang="en-US" sz="1800" kern="1200" spc="480" baseline="0" dirty="0" smtClean="0">
                <a:solidFill>
                  <a:schemeClr val="tx1"/>
                </a:solidFill>
                <a:latin typeface="Roboto Medium" pitchFamily="2" charset="0"/>
                <a:ea typeface="Roboto Medium" pitchFamily="2" charset="0"/>
                <a:cs typeface="Roboto Medium" pitchFamily="2" charset="0"/>
              </a:defRPr>
            </a:lvl1pPr>
          </a:lstStyle>
          <a:p>
            <a:pPr marL="0" marR="0" lvl="0" indent="0" algn="l" defTabSz="109728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dirty="0"/>
              <a:t>SUBTITLE</a:t>
            </a:r>
          </a:p>
          <a:p>
            <a:pPr lvl="0"/>
            <a:endParaRPr lang="en-US" dirty="0"/>
          </a:p>
        </p:txBody>
      </p:sp>
      <p:sp>
        <p:nvSpPr>
          <p:cNvPr id="11" name="Rectangle 10">
            <a:extLst>
              <a:ext uri="{FF2B5EF4-FFF2-40B4-BE49-F238E27FC236}">
                <a16:creationId xmlns:a16="http://schemas.microsoft.com/office/drawing/2014/main" id="{0A161A43-230D-6D48-91E6-6DF531926408}"/>
              </a:ext>
            </a:extLst>
          </p:cNvPr>
          <p:cNvSpPr/>
          <p:nvPr userDrawn="1"/>
        </p:nvSpPr>
        <p:spPr>
          <a:xfrm>
            <a:off x="586904" y="2420617"/>
            <a:ext cx="102072" cy="23042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spTree>
    <p:extLst>
      <p:ext uri="{BB962C8B-B14F-4D97-AF65-F5344CB8AC3E}">
        <p14:creationId xmlns:p14="http://schemas.microsoft.com/office/powerpoint/2010/main" val="643554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py Slide White">
    <p:bg bwMode="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Roboto Medium" pitchFamily="2" charset="0"/>
              <a:ea typeface="Roboto Medium" pitchFamily="2" charset="0"/>
              <a:cs typeface="Arial" charset="0"/>
            </a:endParaRPr>
          </a:p>
        </p:txBody>
      </p:sp>
      <p:sp>
        <p:nvSpPr>
          <p:cNvPr id="8" name="Title 1"/>
          <p:cNvSpPr>
            <a:spLocks noGrp="1"/>
          </p:cNvSpPr>
          <p:nvPr>
            <p:ph type="title" hasCustomPrompt="1"/>
          </p:nvPr>
        </p:nvSpPr>
        <p:spPr bwMode="gray">
          <a:xfrm>
            <a:off x="714564" y="448985"/>
            <a:ext cx="7454312" cy="529111"/>
          </a:xfrm>
          <a:prstGeom prst="rect">
            <a:avLst/>
          </a:prstGeom>
        </p:spPr>
        <p:txBody>
          <a:bodyPr lIns="109728" tIns="54864" rIns="109728" bIns="54864" anchor="t" anchorCtr="0">
            <a:noAutofit/>
          </a:bodyPr>
          <a:lstStyle>
            <a:lvl1pPr algn="l">
              <a:defRPr sz="3400" b="0" cap="all" spc="0" baseline="0">
                <a:solidFill>
                  <a:schemeClr val="tx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748666" y="1003936"/>
            <a:ext cx="7431404" cy="518576"/>
          </a:xfrm>
          <a:prstGeom prst="rect">
            <a:avLst/>
          </a:prstGeom>
        </p:spPr>
        <p:txBody>
          <a:bodyPr lIns="109728" tIns="54864" rIns="109728" bIns="54864"/>
          <a:lstStyle>
            <a:lvl1pPr marL="0" indent="0" algn="l">
              <a:buNone/>
              <a:defRPr sz="3100" b="0" i="0">
                <a:solidFill>
                  <a:schemeClr val="tx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748070" y="1644580"/>
            <a:ext cx="9138438" cy="5667376"/>
          </a:xfrm>
          <a:prstGeom prst="rect">
            <a:avLst/>
          </a:prstGeom>
        </p:spPr>
        <p:txBody>
          <a:bodyPr lIns="109728" tIns="54864" rIns="109728" bIns="54864"/>
          <a:lstStyle>
            <a:lvl1pPr algn="l">
              <a:defRPr lang="en-US" altLang="ja-JP" sz="2900" dirty="0">
                <a:solidFill>
                  <a:schemeClr val="tx1"/>
                </a:solidFill>
                <a:latin typeface="Roboto Medium" pitchFamily="2" charset="0"/>
                <a:ea typeface="Roboto Medium" pitchFamily="2" charset="0"/>
                <a:cs typeface="Roboto Medium" pitchFamily="2" charset="0"/>
              </a:defRPr>
            </a:lvl1pPr>
            <a:lvl2pPr algn="l">
              <a:defRPr lang="en-US" altLang="ja-JP" sz="2600" dirty="0">
                <a:solidFill>
                  <a:schemeClr val="tx1"/>
                </a:solidFill>
                <a:latin typeface="Roboto Medium" pitchFamily="2" charset="0"/>
                <a:ea typeface="Roboto Medium" pitchFamily="2" charset="0"/>
                <a:cs typeface="Roboto Medium" pitchFamily="2" charset="0"/>
              </a:defRPr>
            </a:lvl2pPr>
            <a:lvl3pPr algn="l">
              <a:defRPr lang="en-US" altLang="ja-JP" dirty="0">
                <a:solidFill>
                  <a:schemeClr val="tx1"/>
                </a:solidFill>
                <a:latin typeface="Roboto Medium" pitchFamily="2" charset="0"/>
                <a:ea typeface="Roboto Medium" pitchFamily="2" charset="0"/>
                <a:cs typeface="Roboto Medium" pitchFamily="2" charset="0"/>
              </a:defRPr>
            </a:lvl3pPr>
            <a:lvl5pPr algn="l">
              <a:defRPr lang="en-US" dirty="0">
                <a:solidFill>
                  <a:schemeClr val="tx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550546" lvl="1" indent="-259080">
              <a:spcBef>
                <a:spcPts val="1200"/>
              </a:spcBef>
              <a:spcAft>
                <a:spcPts val="0"/>
              </a:spcAft>
              <a:tabLst/>
            </a:pPr>
            <a:r>
              <a:rPr lang="en-US" altLang="ja-JP" dirty="0"/>
              <a:t>Editable body copy</a:t>
            </a:r>
          </a:p>
          <a:p>
            <a:pPr marL="971550" lvl="2" indent="-259080">
              <a:spcBef>
                <a:spcPts val="1200"/>
              </a:spcBef>
              <a:spcAft>
                <a:spcPts val="0"/>
              </a:spcAft>
              <a:tabLst/>
            </a:pPr>
            <a:r>
              <a:rPr lang="en-US" altLang="ja-JP" dirty="0"/>
              <a:t>Editable body copy</a:t>
            </a:r>
          </a:p>
          <a:p>
            <a:pPr marL="1588770" lvl="4" indent="-276226">
              <a:spcBef>
                <a:spcPts val="1200"/>
              </a:spcBef>
              <a:spcAft>
                <a:spcPts val="0"/>
              </a:spcAft>
              <a:tabLst/>
            </a:pPr>
            <a:endParaRPr lang="en-US" dirty="0"/>
          </a:p>
        </p:txBody>
      </p:sp>
      <p:sp>
        <p:nvSpPr>
          <p:cNvPr id="13" name="Rectangle 12">
            <a:extLst>
              <a:ext uri="{FF2B5EF4-FFF2-40B4-BE49-F238E27FC236}">
                <a16:creationId xmlns:a16="http://schemas.microsoft.com/office/drawing/2014/main" id="{C89F4C13-B470-1D4C-A3C8-5C85B384C327}"/>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pic>
        <p:nvPicPr>
          <p:cNvPr id="15"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
        <p:nvSpPr>
          <p:cNvPr id="3" name="TextBox 2"/>
          <p:cNvSpPr txBox="1"/>
          <p:nvPr userDrawn="1"/>
        </p:nvSpPr>
        <p:spPr>
          <a:xfrm>
            <a:off x="304800" y="7772400"/>
            <a:ext cx="1447800" cy="338554"/>
          </a:xfrm>
          <a:prstGeom prst="rect">
            <a:avLst/>
          </a:prstGeom>
          <a:noFill/>
        </p:spPr>
        <p:txBody>
          <a:bodyPr wrap="square" rtlCol="0">
            <a:spAutoFit/>
          </a:bodyPr>
          <a:lstStyle/>
          <a:p>
            <a:r>
              <a:rPr lang="en-US" sz="1600" dirty="0" smtClean="0">
                <a:solidFill>
                  <a:schemeClr val="bg1">
                    <a:lumMod val="50000"/>
                  </a:schemeClr>
                </a:solidFill>
              </a:rPr>
              <a:t>Ranjitha U.N</a:t>
            </a:r>
            <a:endParaRPr lang="en-US" sz="1600" dirty="0">
              <a:solidFill>
                <a:schemeClr val="bg1">
                  <a:lumMod val="50000"/>
                </a:schemeClr>
              </a:solidFill>
            </a:endParaRPr>
          </a:p>
        </p:txBody>
      </p:sp>
    </p:spTree>
    <p:extLst>
      <p:ext uri="{BB962C8B-B14F-4D97-AF65-F5344CB8AC3E}">
        <p14:creationId xmlns:p14="http://schemas.microsoft.com/office/powerpoint/2010/main" val="428028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py Slide White">
    <p:bg bwMode="gray">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8" name="Title 1"/>
          <p:cNvSpPr>
            <a:spLocks noGrp="1"/>
          </p:cNvSpPr>
          <p:nvPr>
            <p:ph type="title" hasCustomPrompt="1"/>
          </p:nvPr>
        </p:nvSpPr>
        <p:spPr bwMode="gray">
          <a:xfrm>
            <a:off x="714564" y="448985"/>
            <a:ext cx="7454312" cy="529111"/>
          </a:xfrm>
          <a:prstGeom prst="rect">
            <a:avLst/>
          </a:prstGeom>
        </p:spPr>
        <p:txBody>
          <a:bodyPr lIns="109728" tIns="54864" rIns="109728" bIns="54864" anchor="t" anchorCtr="0">
            <a:noAutofit/>
          </a:bodyPr>
          <a:lstStyle>
            <a:lvl1pPr algn="l">
              <a:defRPr sz="3400" b="0" cap="all" spc="0" baseline="0">
                <a:solidFill>
                  <a:schemeClr val="bg1"/>
                </a:solidFill>
                <a:latin typeface="Roboto Medium" pitchFamily="2" charset="0"/>
                <a:ea typeface="Roboto Medium" pitchFamily="2" charset="0"/>
                <a:cs typeface="Roboto Medium" pitchFamily="2" charset="0"/>
              </a:defRPr>
            </a:lvl1pPr>
          </a:lstStyle>
          <a:p>
            <a:r>
              <a:rPr lang="en-US" dirty="0"/>
              <a:t>Heading Copy Here </a:t>
            </a:r>
          </a:p>
        </p:txBody>
      </p:sp>
      <p:sp>
        <p:nvSpPr>
          <p:cNvPr id="4" name="Text Placeholder 3">
            <a:extLst>
              <a:ext uri="{FF2B5EF4-FFF2-40B4-BE49-F238E27FC236}">
                <a16:creationId xmlns:a16="http://schemas.microsoft.com/office/drawing/2014/main" id="{6FB73F14-68E6-0D40-8C86-4D7BCC64F88D}"/>
              </a:ext>
            </a:extLst>
          </p:cNvPr>
          <p:cNvSpPr>
            <a:spLocks noGrp="1"/>
          </p:cNvSpPr>
          <p:nvPr>
            <p:ph type="body" sz="quarter" idx="18" hasCustomPrompt="1"/>
          </p:nvPr>
        </p:nvSpPr>
        <p:spPr>
          <a:xfrm>
            <a:off x="748666" y="1003936"/>
            <a:ext cx="7431404" cy="518576"/>
          </a:xfrm>
          <a:prstGeom prst="rect">
            <a:avLst/>
          </a:prstGeom>
        </p:spPr>
        <p:txBody>
          <a:bodyPr lIns="109728" tIns="54864" rIns="109728" bIns="54864"/>
          <a:lstStyle>
            <a:lvl1pPr marL="0" indent="0" algn="l">
              <a:buNone/>
              <a:defRPr sz="3100" b="0" i="0">
                <a:solidFill>
                  <a:schemeClr val="bg1"/>
                </a:solidFill>
                <a:latin typeface="Roboto Medium" pitchFamily="2" charset="0"/>
                <a:ea typeface="Roboto Medium" pitchFamily="2" charset="0"/>
                <a:cs typeface="Roboto Medium" pitchFamily="2" charset="0"/>
              </a:defRPr>
            </a:lvl1pPr>
          </a:lstStyle>
          <a:p>
            <a:pPr lvl="0"/>
            <a:r>
              <a:rPr lang="en-US" dirty="0"/>
              <a:t>SUBTITLE HERE</a:t>
            </a:r>
          </a:p>
        </p:txBody>
      </p:sp>
      <p:sp>
        <p:nvSpPr>
          <p:cNvPr id="11" name="Text Placeholder 2">
            <a:extLst>
              <a:ext uri="{FF2B5EF4-FFF2-40B4-BE49-F238E27FC236}">
                <a16:creationId xmlns:a16="http://schemas.microsoft.com/office/drawing/2014/main" id="{17A2154B-A454-8249-909D-10FDDFC09675}"/>
              </a:ext>
            </a:extLst>
          </p:cNvPr>
          <p:cNvSpPr>
            <a:spLocks noGrp="1"/>
          </p:cNvSpPr>
          <p:nvPr>
            <p:ph type="body" sz="quarter" idx="17" hasCustomPrompt="1"/>
          </p:nvPr>
        </p:nvSpPr>
        <p:spPr>
          <a:xfrm>
            <a:off x="748070" y="1644580"/>
            <a:ext cx="9138438" cy="5667376"/>
          </a:xfrm>
          <a:prstGeom prst="rect">
            <a:avLst/>
          </a:prstGeom>
        </p:spPr>
        <p:txBody>
          <a:bodyPr lIns="109728" tIns="54864" rIns="109728" bIns="54864"/>
          <a:lstStyle>
            <a:lvl1pPr algn="l">
              <a:defRPr lang="en-US" altLang="ja-JP" sz="2900" dirty="0">
                <a:solidFill>
                  <a:schemeClr val="bg1"/>
                </a:solidFill>
                <a:latin typeface="Roboto Medium" pitchFamily="2" charset="0"/>
                <a:ea typeface="Roboto Medium" pitchFamily="2" charset="0"/>
                <a:cs typeface="Roboto Medium" pitchFamily="2" charset="0"/>
              </a:defRPr>
            </a:lvl1pPr>
            <a:lvl2pPr algn="l">
              <a:defRPr lang="en-US" altLang="ja-JP" sz="2600" dirty="0">
                <a:solidFill>
                  <a:schemeClr val="bg1"/>
                </a:solidFill>
                <a:latin typeface="Roboto Medium" pitchFamily="2" charset="0"/>
                <a:ea typeface="Roboto Medium" pitchFamily="2" charset="0"/>
                <a:cs typeface="Roboto Medium" pitchFamily="2" charset="0"/>
              </a:defRPr>
            </a:lvl2pPr>
            <a:lvl3pPr algn="l">
              <a:defRPr lang="en-US" altLang="ja-JP" dirty="0">
                <a:solidFill>
                  <a:schemeClr val="bg1"/>
                </a:solidFill>
                <a:latin typeface="Roboto Medium" pitchFamily="2" charset="0"/>
                <a:ea typeface="Roboto Medium" pitchFamily="2" charset="0"/>
                <a:cs typeface="Roboto Medium" pitchFamily="2" charset="0"/>
              </a:defRPr>
            </a:lvl3pPr>
            <a:lvl5pPr algn="l">
              <a:defRPr lang="en-US" dirty="0">
                <a:solidFill>
                  <a:schemeClr val="bg1"/>
                </a:solidFill>
                <a:latin typeface="Roboto Medium" pitchFamily="2" charset="0"/>
                <a:ea typeface="Roboto Medium" pitchFamily="2" charset="0"/>
                <a:cs typeface="Roboto Medium" pitchFamily="2" charset="0"/>
              </a:defRPr>
            </a:lvl5pPr>
          </a:lstStyle>
          <a:p>
            <a:pPr lvl="0">
              <a:spcAft>
                <a:spcPts val="0"/>
              </a:spcAft>
            </a:pPr>
            <a:r>
              <a:rPr lang="en-US" altLang="ja-JP" dirty="0"/>
              <a:t>Editable body copy</a:t>
            </a:r>
          </a:p>
          <a:p>
            <a:pPr marL="550546" lvl="1" indent="-259080">
              <a:spcBef>
                <a:spcPts val="1200"/>
              </a:spcBef>
              <a:spcAft>
                <a:spcPts val="0"/>
              </a:spcAft>
              <a:tabLst/>
            </a:pPr>
            <a:r>
              <a:rPr lang="en-US" altLang="ja-JP" dirty="0"/>
              <a:t>Editable body copy</a:t>
            </a:r>
          </a:p>
          <a:p>
            <a:pPr marL="971550" lvl="2" indent="-259080">
              <a:spcBef>
                <a:spcPts val="1200"/>
              </a:spcBef>
              <a:spcAft>
                <a:spcPts val="0"/>
              </a:spcAft>
              <a:tabLst/>
            </a:pPr>
            <a:r>
              <a:rPr lang="en-US" altLang="ja-JP" dirty="0"/>
              <a:t>Editable body copy</a:t>
            </a:r>
          </a:p>
          <a:p>
            <a:pPr marL="1588770" lvl="4" indent="-276226">
              <a:spcBef>
                <a:spcPts val="1200"/>
              </a:spcBef>
              <a:spcAft>
                <a:spcPts val="0"/>
              </a:spcAft>
              <a:tabLst/>
            </a:pPr>
            <a:endParaRPr lang="en-US" dirty="0"/>
          </a:p>
        </p:txBody>
      </p:sp>
      <p:sp>
        <p:nvSpPr>
          <p:cNvPr id="13" name="Rectangle 12">
            <a:extLst>
              <a:ext uri="{FF2B5EF4-FFF2-40B4-BE49-F238E27FC236}">
                <a16:creationId xmlns:a16="http://schemas.microsoft.com/office/drawing/2014/main" id="{C89F4C13-B470-1D4C-A3C8-5C85B384C327}"/>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pic>
        <p:nvPicPr>
          <p:cNvPr id="14"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4280280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Slide White">
    <p:bg bwMode="gray">
      <p:bgPr>
        <a:solidFill>
          <a:schemeClr val="bg1"/>
        </a:solidFill>
        <a:effectLst/>
      </p:bgPr>
    </p:bg>
    <p:spTree>
      <p:nvGrpSpPr>
        <p:cNvPr id="1" name=""/>
        <p:cNvGrpSpPr/>
        <p:nvPr/>
      </p:nvGrpSpPr>
      <p:grpSpPr>
        <a:xfrm>
          <a:off x="0" y="0"/>
          <a:ext cx="0" cy="0"/>
          <a:chOff x="0" y="0"/>
          <a:chExt cx="0" cy="0"/>
        </a:xfrm>
      </p:grpSpPr>
      <p:sp>
        <p:nvSpPr>
          <p:cNvPr id="13" name="Rectangle 12"/>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Table page</a:t>
            </a:r>
          </a:p>
        </p:txBody>
      </p:sp>
      <p:sp>
        <p:nvSpPr>
          <p:cNvPr id="14"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buNone/>
              <a:defRPr lang="en-US" sz="2900" dirty="0">
                <a:solidFill>
                  <a:schemeClr val="tx1"/>
                </a:solidFill>
                <a:latin typeface="Roboto Medium" pitchFamily="2" charset="0"/>
                <a:ea typeface="Roboto Medium" pitchFamily="2" charset="0"/>
                <a:cs typeface="Roboto Medium" pitchFamily="2" charset="0"/>
              </a:defRPr>
            </a:lvl1pPr>
          </a:lstStyle>
          <a:p>
            <a:pPr lvl="0">
              <a:spcAft>
                <a:spcPts val="0"/>
              </a:spcAft>
            </a:pPr>
            <a:r>
              <a:rPr lang="en-US" dirty="0"/>
              <a:t>Edit Master text styles</a:t>
            </a:r>
          </a:p>
        </p:txBody>
      </p:sp>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sp>
        <p:nvSpPr>
          <p:cNvPr id="9" name="Media Placeholder 2">
            <a:extLst>
              <a:ext uri="{FF2B5EF4-FFF2-40B4-BE49-F238E27FC236}">
                <a16:creationId xmlns:a16="http://schemas.microsoft.com/office/drawing/2014/main" id="{81443669-69D1-A047-A6ED-8EB4E5995CD1}"/>
              </a:ext>
            </a:extLst>
          </p:cNvPr>
          <p:cNvSpPr>
            <a:spLocks noGrp="1"/>
          </p:cNvSpPr>
          <p:nvPr>
            <p:ph type="media" sz="quarter" idx="19"/>
          </p:nvPr>
        </p:nvSpPr>
        <p:spPr>
          <a:xfrm>
            <a:off x="748666" y="2819401"/>
            <a:ext cx="13306424" cy="4491990"/>
          </a:xfrm>
          <a:prstGeom prst="rect">
            <a:avLst/>
          </a:prstGeom>
        </p:spPr>
        <p:txBody>
          <a:bodyPr lIns="109728" tIns="54864" rIns="109728" bIns="54864"/>
          <a:lstStyle>
            <a:lvl1pPr algn="l">
              <a:defRPr>
                <a:solidFill>
                  <a:schemeClr val="tx1"/>
                </a:solidFill>
                <a:latin typeface="Roboto Medium" pitchFamily="2" charset="0"/>
                <a:ea typeface="Roboto Medium" pitchFamily="2" charset="0"/>
                <a:cs typeface="Roboto Medium" pitchFamily="2" charset="0"/>
              </a:defRPr>
            </a:lvl1pPr>
          </a:lstStyle>
          <a:p>
            <a:endParaRPr lang="en-US"/>
          </a:p>
        </p:txBody>
      </p:sp>
      <p:pic>
        <p:nvPicPr>
          <p:cNvPr id="11"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2937531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able Slide White">
    <p:bg bwMode="gray">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14"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buNone/>
              <a:defRPr lang="en-US" sz="2900" dirty="0">
                <a:solidFill>
                  <a:schemeClr val="bg1"/>
                </a:solidFill>
                <a:latin typeface="Roboto Medium" pitchFamily="2" charset="0"/>
                <a:ea typeface="Roboto Medium" pitchFamily="2" charset="0"/>
                <a:cs typeface="Roboto Medium" pitchFamily="2" charset="0"/>
              </a:defRPr>
            </a:lvl1pPr>
          </a:lstStyle>
          <a:p>
            <a:pPr lvl="0">
              <a:spcAft>
                <a:spcPts val="0"/>
              </a:spcAft>
            </a:pPr>
            <a:r>
              <a:rPr lang="en-US" dirty="0"/>
              <a:t>Edit Master text styles</a:t>
            </a:r>
          </a:p>
        </p:txBody>
      </p:sp>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sp>
        <p:nvSpPr>
          <p:cNvPr id="9" name="Media Placeholder 2">
            <a:extLst>
              <a:ext uri="{FF2B5EF4-FFF2-40B4-BE49-F238E27FC236}">
                <a16:creationId xmlns:a16="http://schemas.microsoft.com/office/drawing/2014/main" id="{81443669-69D1-A047-A6ED-8EB4E5995CD1}"/>
              </a:ext>
            </a:extLst>
          </p:cNvPr>
          <p:cNvSpPr>
            <a:spLocks noGrp="1"/>
          </p:cNvSpPr>
          <p:nvPr>
            <p:ph type="media" sz="quarter" idx="19"/>
          </p:nvPr>
        </p:nvSpPr>
        <p:spPr>
          <a:xfrm>
            <a:off x="748666" y="2819401"/>
            <a:ext cx="13306424" cy="4491990"/>
          </a:xfrm>
          <a:prstGeom prst="rect">
            <a:avLst/>
          </a:prstGeom>
        </p:spPr>
        <p:txBody>
          <a:bodyPr lIns="109728" tIns="54864" rIns="109728" bIns="54864"/>
          <a:lstStyle>
            <a:lvl1pPr algn="l">
              <a:defRPr>
                <a:solidFill>
                  <a:schemeClr val="bg1"/>
                </a:solidFill>
                <a:latin typeface="Roboto Medium" pitchFamily="2" charset="0"/>
                <a:ea typeface="Roboto Medium" pitchFamily="2" charset="0"/>
                <a:cs typeface="Roboto Medium" pitchFamily="2" charset="0"/>
              </a:defRPr>
            </a:lvl1pPr>
          </a:lstStyle>
          <a:p>
            <a:endParaRPr lang="en-US"/>
          </a:p>
        </p:txBody>
      </p:sp>
      <p:pic>
        <p:nvPicPr>
          <p:cNvPr id="15"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29375315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able Slide White">
    <p:bg bwMode="gray">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Table page</a:t>
            </a:r>
          </a:p>
        </p:txBody>
      </p:sp>
      <p:sp>
        <p:nvSpPr>
          <p:cNvPr id="14"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spcBef>
                <a:spcPts val="1200"/>
              </a:spcBef>
              <a:buNone/>
              <a:defRPr sz="2900">
                <a:solidFill>
                  <a:schemeClr val="tx1"/>
                </a:solidFill>
                <a:latin typeface="Roboto Medium" pitchFamily="2" charset="0"/>
                <a:ea typeface="Roboto Medium" pitchFamily="2" charset="0"/>
                <a:cs typeface="Roboto Medium" pitchFamily="2" charset="0"/>
              </a:defRPr>
            </a:lvl1pPr>
            <a:lvl2pPr marL="550546" indent="-259080">
              <a:spcBef>
                <a:spcPts val="1080"/>
              </a:spcBef>
              <a:tabLst/>
              <a:defRPr sz="2400">
                <a:solidFill>
                  <a:schemeClr val="bg1"/>
                </a:solidFill>
              </a:defRPr>
            </a:lvl2pPr>
            <a:lvl3pPr marL="971550" indent="-259080">
              <a:spcBef>
                <a:spcPts val="1080"/>
              </a:spcBef>
              <a:tabLst/>
              <a:defRPr sz="2200">
                <a:solidFill>
                  <a:schemeClr val="bg1"/>
                </a:solidFill>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dirty="0"/>
              <a:t>Edit Master text styles</a:t>
            </a:r>
          </a:p>
        </p:txBody>
      </p:sp>
      <p:sp>
        <p:nvSpPr>
          <p:cNvPr id="15" name="Table Placeholder 3">
            <a:extLst>
              <a:ext uri="{FF2B5EF4-FFF2-40B4-BE49-F238E27FC236}">
                <a16:creationId xmlns:a16="http://schemas.microsoft.com/office/drawing/2014/main" id="{DF4A2BE1-629A-3B4A-9927-72816EC513BB}"/>
              </a:ext>
            </a:extLst>
          </p:cNvPr>
          <p:cNvSpPr>
            <a:spLocks noGrp="1"/>
          </p:cNvSpPr>
          <p:nvPr>
            <p:ph type="tbl" sz="quarter" idx="18"/>
          </p:nvPr>
        </p:nvSpPr>
        <p:spPr>
          <a:xfrm>
            <a:off x="748071" y="2645837"/>
            <a:ext cx="13307020" cy="4665553"/>
          </a:xfrm>
          <a:prstGeom prst="rect">
            <a:avLst/>
          </a:prstGeom>
        </p:spPr>
        <p:txBody>
          <a:bodyPr lIns="109728" tIns="54864" rIns="109728" bIns="54864"/>
          <a:lstStyle>
            <a:lvl1pPr algn="l">
              <a:defRPr>
                <a:solidFill>
                  <a:schemeClr val="tx1"/>
                </a:solidFill>
                <a:latin typeface="Roboto Medium" pitchFamily="2" charset="0"/>
                <a:ea typeface="Roboto Medium" pitchFamily="2" charset="0"/>
                <a:cs typeface="Roboto Medium" pitchFamily="2" charset="0"/>
              </a:defRPr>
            </a:lvl1pPr>
          </a:lstStyle>
          <a:p>
            <a:endParaRPr lang="en-US" dirty="0"/>
          </a:p>
        </p:txBody>
      </p:sp>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pic>
        <p:nvPicPr>
          <p:cNvPr id="11"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25857477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able Slide White">
    <p:bg bwMode="gray">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Table page</a:t>
            </a:r>
          </a:p>
        </p:txBody>
      </p:sp>
      <p:sp>
        <p:nvSpPr>
          <p:cNvPr id="14" name="Text Placeholder 2">
            <a:extLst>
              <a:ext uri="{FF2B5EF4-FFF2-40B4-BE49-F238E27FC236}">
                <a16:creationId xmlns:a16="http://schemas.microsoft.com/office/drawing/2014/main" id="{D67337B8-B091-B842-85CE-B3742661E985}"/>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spcBef>
                <a:spcPts val="1200"/>
              </a:spcBef>
              <a:buNone/>
              <a:defRPr sz="2900">
                <a:solidFill>
                  <a:schemeClr val="bg1"/>
                </a:solidFill>
                <a:latin typeface="Roboto Medium" pitchFamily="2" charset="0"/>
                <a:ea typeface="Roboto Medium" pitchFamily="2" charset="0"/>
                <a:cs typeface="Roboto Medium" pitchFamily="2" charset="0"/>
              </a:defRPr>
            </a:lvl1pPr>
            <a:lvl2pPr marL="550546" indent="-259080">
              <a:spcBef>
                <a:spcPts val="1080"/>
              </a:spcBef>
              <a:tabLst/>
              <a:defRPr sz="2400">
                <a:solidFill>
                  <a:schemeClr val="bg1"/>
                </a:solidFill>
              </a:defRPr>
            </a:lvl2pPr>
            <a:lvl3pPr marL="971550" indent="-259080">
              <a:spcBef>
                <a:spcPts val="1080"/>
              </a:spcBef>
              <a:tabLst/>
              <a:defRPr sz="2200">
                <a:solidFill>
                  <a:schemeClr val="bg1"/>
                </a:solidFill>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dirty="0"/>
              <a:t>Edit Master text styles</a:t>
            </a:r>
          </a:p>
        </p:txBody>
      </p:sp>
      <p:sp>
        <p:nvSpPr>
          <p:cNvPr id="15" name="Table Placeholder 3">
            <a:extLst>
              <a:ext uri="{FF2B5EF4-FFF2-40B4-BE49-F238E27FC236}">
                <a16:creationId xmlns:a16="http://schemas.microsoft.com/office/drawing/2014/main" id="{DF4A2BE1-629A-3B4A-9927-72816EC513BB}"/>
              </a:ext>
            </a:extLst>
          </p:cNvPr>
          <p:cNvSpPr>
            <a:spLocks noGrp="1"/>
          </p:cNvSpPr>
          <p:nvPr>
            <p:ph type="tbl" sz="quarter" idx="18"/>
          </p:nvPr>
        </p:nvSpPr>
        <p:spPr>
          <a:xfrm>
            <a:off x="748071" y="2645837"/>
            <a:ext cx="13307020" cy="4665553"/>
          </a:xfrm>
          <a:prstGeom prst="rect">
            <a:avLst/>
          </a:prstGeom>
        </p:spPr>
        <p:txBody>
          <a:bodyPr lIns="109728" tIns="54864" rIns="109728" bIns="54864"/>
          <a:lstStyle>
            <a:lvl1pPr algn="l">
              <a:defRPr>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8" name="Rectangle 7">
            <a:extLst>
              <a:ext uri="{FF2B5EF4-FFF2-40B4-BE49-F238E27FC236}">
                <a16:creationId xmlns:a16="http://schemas.microsoft.com/office/drawing/2014/main" id="{DBDC80C9-6E7D-564C-B2AD-7FC5B8650EDF}"/>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pic>
        <p:nvPicPr>
          <p:cNvPr id="13"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2585747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aph Slide White">
    <p:bg bwMode="gray">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488841" y="2732246"/>
            <a:ext cx="13590418" cy="4502297"/>
          </a:xfrm>
          <a:prstGeom prst="rect">
            <a:avLst/>
          </a:prstGeom>
        </p:spPr>
        <p:txBody>
          <a:bodyPr lIns="109728" tIns="54864" rIns="109728" bIns="54864"/>
          <a:lstStyle>
            <a:lvl1pPr algn="l">
              <a:defRPr>
                <a:solidFill>
                  <a:schemeClr val="tx1"/>
                </a:solidFill>
                <a:latin typeface="Roboto Medium" pitchFamily="2" charset="0"/>
                <a:ea typeface="Roboto Medium" pitchFamily="2" charset="0"/>
                <a:cs typeface="Roboto Medium" pitchFamily="2" charset="0"/>
              </a:defRPr>
            </a:lvl1pPr>
          </a:lstStyle>
          <a:p>
            <a:endParaRPr lang="en-US"/>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spcBef>
                <a:spcPts val="1200"/>
              </a:spcBef>
              <a:buNone/>
              <a:defRPr sz="2900">
                <a:solidFill>
                  <a:schemeClr val="tx1"/>
                </a:solidFill>
                <a:latin typeface="Roboto Medium" pitchFamily="2" charset="0"/>
                <a:ea typeface="Roboto Medium" pitchFamily="2" charset="0"/>
                <a:cs typeface="Roboto Medium" pitchFamily="2" charset="0"/>
              </a:defRPr>
            </a:lvl1pPr>
            <a:lvl2pPr marL="550546" indent="-259080">
              <a:spcBef>
                <a:spcPts val="1080"/>
              </a:spcBef>
              <a:tabLst/>
              <a:defRPr sz="2400">
                <a:solidFill>
                  <a:schemeClr val="bg1"/>
                </a:solidFill>
              </a:defRPr>
            </a:lvl2pPr>
            <a:lvl3pPr marL="971550" indent="-259080">
              <a:spcBef>
                <a:spcPts val="1080"/>
              </a:spcBef>
              <a:tabLst/>
              <a:defRPr sz="2200">
                <a:solidFill>
                  <a:schemeClr val="bg1"/>
                </a:solidFill>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dirty="0"/>
              <a:t>Edit Master text styles</a:t>
            </a:r>
          </a:p>
        </p:txBody>
      </p:sp>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tx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9" name="Rectangle 8">
            <a:extLst>
              <a:ext uri="{FF2B5EF4-FFF2-40B4-BE49-F238E27FC236}">
                <a16:creationId xmlns:a16="http://schemas.microsoft.com/office/drawing/2014/main" id="{11A0A2FC-CFFB-864F-97EF-DCB703B50CC1}"/>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pic>
        <p:nvPicPr>
          <p:cNvPr id="11"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2182709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Graph Slide White">
    <p:bg bwMode="gray">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5" name="Chart Placeholder 4">
            <a:extLst>
              <a:ext uri="{FF2B5EF4-FFF2-40B4-BE49-F238E27FC236}">
                <a16:creationId xmlns:a16="http://schemas.microsoft.com/office/drawing/2014/main" id="{C95A2DA0-563A-2A49-9D5E-DC5BC2FF0F6D}"/>
              </a:ext>
            </a:extLst>
          </p:cNvPr>
          <p:cNvSpPr>
            <a:spLocks noGrp="1"/>
          </p:cNvSpPr>
          <p:nvPr>
            <p:ph type="chart" sz="quarter" idx="19"/>
          </p:nvPr>
        </p:nvSpPr>
        <p:spPr>
          <a:xfrm>
            <a:off x="488841" y="2732246"/>
            <a:ext cx="13590418" cy="4502297"/>
          </a:xfrm>
          <a:prstGeom prst="rect">
            <a:avLst/>
          </a:prstGeom>
        </p:spPr>
        <p:txBody>
          <a:bodyPr lIns="109728" tIns="54864" rIns="109728" bIns="54864"/>
          <a:lstStyle>
            <a:lvl1pPr algn="l">
              <a:defRPr>
                <a:solidFill>
                  <a:schemeClr val="bg1"/>
                </a:solidFill>
                <a:latin typeface="Roboto Medium" pitchFamily="2" charset="0"/>
                <a:ea typeface="Roboto Medium" pitchFamily="2" charset="0"/>
                <a:cs typeface="Roboto Medium" pitchFamily="2" charset="0"/>
              </a:defRPr>
            </a:lvl1pPr>
          </a:lstStyle>
          <a:p>
            <a:endParaRPr lang="en-US"/>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p:nvPr>
        </p:nvSpPr>
        <p:spPr>
          <a:xfrm>
            <a:off x="748071" y="1608922"/>
            <a:ext cx="13307078" cy="1036915"/>
          </a:xfrm>
          <a:prstGeom prst="rect">
            <a:avLst/>
          </a:prstGeom>
        </p:spPr>
        <p:txBody>
          <a:bodyPr lIns="109728" tIns="54864" rIns="109728" bIns="54864" anchor="ctr"/>
          <a:lstStyle>
            <a:lvl1pPr marL="0" indent="0" algn="l">
              <a:spcBef>
                <a:spcPts val="1200"/>
              </a:spcBef>
              <a:buNone/>
              <a:defRPr sz="2900">
                <a:solidFill>
                  <a:schemeClr val="bg1"/>
                </a:solidFill>
                <a:latin typeface="Roboto Medium" pitchFamily="2" charset="0"/>
                <a:ea typeface="Roboto Medium" pitchFamily="2" charset="0"/>
                <a:cs typeface="Roboto Medium" pitchFamily="2" charset="0"/>
              </a:defRPr>
            </a:lvl1pPr>
            <a:lvl2pPr marL="550546" indent="-259080">
              <a:spcBef>
                <a:spcPts val="1080"/>
              </a:spcBef>
              <a:tabLst/>
              <a:defRPr sz="2400">
                <a:solidFill>
                  <a:schemeClr val="bg1"/>
                </a:solidFill>
              </a:defRPr>
            </a:lvl2pPr>
            <a:lvl3pPr marL="971550" indent="-259080">
              <a:spcBef>
                <a:spcPts val="1080"/>
              </a:spcBef>
              <a:tabLst/>
              <a:defRPr sz="2200">
                <a:solidFill>
                  <a:schemeClr val="bg1"/>
                </a:solidFill>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dirty="0"/>
              <a:t>Edit Master text styles</a:t>
            </a:r>
          </a:p>
        </p:txBody>
      </p:sp>
      <p:sp>
        <p:nvSpPr>
          <p:cNvPr id="12" name="Title 1">
            <a:extLst>
              <a:ext uri="{FF2B5EF4-FFF2-40B4-BE49-F238E27FC236}">
                <a16:creationId xmlns:a16="http://schemas.microsoft.com/office/drawing/2014/main" id="{E9E6745F-DAB6-B248-B478-7A0CF8A76EEA}"/>
              </a:ext>
            </a:extLst>
          </p:cNvPr>
          <p:cNvSpPr>
            <a:spLocks noGrp="1"/>
          </p:cNvSpPr>
          <p:nvPr>
            <p:ph type="title" hasCustomPrompt="1"/>
          </p:nvPr>
        </p:nvSpPr>
        <p:spPr bwMode="gray">
          <a:xfrm>
            <a:off x="714564" y="474943"/>
            <a:ext cx="6310531"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Bar</a:t>
            </a:r>
            <a:br>
              <a:rPr lang="en-US" dirty="0"/>
            </a:br>
            <a:r>
              <a:rPr lang="en-US" dirty="0"/>
              <a:t>Graph</a:t>
            </a:r>
          </a:p>
        </p:txBody>
      </p:sp>
      <p:sp>
        <p:nvSpPr>
          <p:cNvPr id="9" name="Rectangle 8">
            <a:extLst>
              <a:ext uri="{FF2B5EF4-FFF2-40B4-BE49-F238E27FC236}">
                <a16:creationId xmlns:a16="http://schemas.microsoft.com/office/drawing/2014/main" id="{11A0A2FC-CFFB-864F-97EF-DCB703B50CC1}"/>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pic>
        <p:nvPicPr>
          <p:cNvPr id="13"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21827094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py and Graph White">
    <p:bg bwMode="gray">
      <p:bgPr>
        <a:solidFill>
          <a:schemeClr val="bg1"/>
        </a:solidFill>
        <a:effectLst/>
      </p:bgPr>
    </p:bg>
    <p:spTree>
      <p:nvGrpSpPr>
        <p:cNvPr id="1" name=""/>
        <p:cNvGrpSpPr/>
        <p:nvPr/>
      </p:nvGrpSpPr>
      <p:grpSpPr>
        <a:xfrm>
          <a:off x="0" y="0"/>
          <a:ext cx="0" cy="0"/>
          <a:chOff x="0" y="0"/>
          <a:chExt cx="0" cy="0"/>
        </a:xfrm>
      </p:grpSpPr>
      <p:sp>
        <p:nvSpPr>
          <p:cNvPr id="12" name="Rectangle 11"/>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748071" y="1679555"/>
            <a:ext cx="6277024" cy="5667376"/>
          </a:xfrm>
          <a:prstGeom prst="rect">
            <a:avLst/>
          </a:prstGeom>
        </p:spPr>
        <p:txBody>
          <a:bodyPr lIns="109728" tIns="54864" rIns="109728" bIns="54864"/>
          <a:lstStyle>
            <a:lvl1pPr algn="l">
              <a:spcBef>
                <a:spcPts val="1200"/>
              </a:spcBef>
              <a:buClr>
                <a:schemeClr val="tx1"/>
              </a:buClr>
              <a:defRPr sz="2900">
                <a:solidFill>
                  <a:schemeClr val="tx1"/>
                </a:solidFill>
                <a:latin typeface="Roboto Medium" pitchFamily="2" charset="0"/>
                <a:ea typeface="Roboto Medium" pitchFamily="2" charset="0"/>
                <a:cs typeface="Roboto Medium" pitchFamily="2" charset="0"/>
              </a:defRPr>
            </a:lvl1pPr>
            <a:lvl2pPr marL="550546" indent="-259080" algn="l">
              <a:spcBef>
                <a:spcPts val="1200"/>
              </a:spcBef>
              <a:tabLst/>
              <a:defRPr sz="2600">
                <a:solidFill>
                  <a:schemeClr val="tx1"/>
                </a:solidFill>
                <a:latin typeface="Roboto Medium" pitchFamily="2" charset="0"/>
                <a:ea typeface="Roboto Medium" pitchFamily="2" charset="0"/>
                <a:cs typeface="Roboto Medium" pitchFamily="2" charset="0"/>
              </a:defRPr>
            </a:lvl2pPr>
            <a:lvl3pPr marL="971550" indent="-259080" algn="l">
              <a:spcBef>
                <a:spcPts val="1200"/>
              </a:spcBef>
              <a:tabLst/>
              <a:defRPr sz="2400">
                <a:solidFill>
                  <a:schemeClr val="tx1"/>
                </a:solidFill>
                <a:latin typeface="Roboto Medium" pitchFamily="2" charset="0"/>
                <a:ea typeface="Roboto Medium" pitchFamily="2" charset="0"/>
                <a:cs typeface="Roboto Medium" pitchFamily="2" charset="0"/>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11" name="Chart Placeholder 4">
            <a:extLst>
              <a:ext uri="{FF2B5EF4-FFF2-40B4-BE49-F238E27FC236}">
                <a16:creationId xmlns:a16="http://schemas.microsoft.com/office/drawing/2014/main" id="{0E80621C-217C-7C43-B92C-608DB858D173}"/>
              </a:ext>
            </a:extLst>
          </p:cNvPr>
          <p:cNvSpPr>
            <a:spLocks noGrp="1"/>
          </p:cNvSpPr>
          <p:nvPr>
            <p:ph type="chart" sz="quarter" idx="19"/>
          </p:nvPr>
        </p:nvSpPr>
        <p:spPr>
          <a:xfrm>
            <a:off x="7594334" y="1651281"/>
            <a:ext cx="6484925" cy="5747084"/>
          </a:xfrm>
          <a:prstGeom prst="rect">
            <a:avLst/>
          </a:prstGeom>
        </p:spPr>
        <p:txBody>
          <a:bodyPr lIns="109728" tIns="54864" rIns="109728" bIns="54864"/>
          <a:lstStyle>
            <a:lvl1pPr algn="l">
              <a:defRPr>
                <a:solidFill>
                  <a:schemeClr val="tx1"/>
                </a:solidFill>
                <a:latin typeface="Roboto Medium" pitchFamily="2" charset="0"/>
                <a:ea typeface="Roboto Medium" pitchFamily="2" charset="0"/>
                <a:cs typeface="Roboto Medium" pitchFamily="2" charset="0"/>
              </a:defRPr>
            </a:lvl1pPr>
          </a:lstStyle>
          <a:p>
            <a:endParaRPr lang="en-US" dirty="0"/>
          </a:p>
        </p:txBody>
      </p:sp>
      <p:sp>
        <p:nvSpPr>
          <p:cNvPr id="8" name="Title 1">
            <a:extLst>
              <a:ext uri="{FF2B5EF4-FFF2-40B4-BE49-F238E27FC236}">
                <a16:creationId xmlns:a16="http://schemas.microsoft.com/office/drawing/2014/main" id="{617F8CCD-7C0E-0D48-972D-76049626514F}"/>
              </a:ext>
            </a:extLst>
          </p:cNvPr>
          <p:cNvSpPr>
            <a:spLocks noGrp="1"/>
          </p:cNvSpPr>
          <p:nvPr>
            <p:ph type="title" hasCustomPrompt="1"/>
          </p:nvPr>
        </p:nvSpPr>
        <p:spPr bwMode="gray">
          <a:xfrm>
            <a:off x="714564" y="474943"/>
            <a:ext cx="7454312" cy="1005842"/>
          </a:xfrm>
          <a:prstGeom prst="rect">
            <a:avLst/>
          </a:prstGeom>
        </p:spPr>
        <p:txBody>
          <a:bodyPr lIns="109728" tIns="54864" rIns="109728" bIns="54864" anchor="ctr" anchorCtr="0">
            <a:noAutofit/>
          </a:bodyPr>
          <a:lstStyle>
            <a:lvl1pPr algn="l">
              <a:defRPr sz="3400" cap="all" spc="0" baseline="0">
                <a:solidFill>
                  <a:schemeClr val="tx1">
                    <a:lumMod val="95000"/>
                    <a:lumOff val="5000"/>
                  </a:schemeClr>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3" name="Rectangle 12">
            <a:extLst>
              <a:ext uri="{FF2B5EF4-FFF2-40B4-BE49-F238E27FC236}">
                <a16:creationId xmlns:a16="http://schemas.microsoft.com/office/drawing/2014/main" id="{F0E66791-D2DC-6C40-8685-5E4DB32DD952}"/>
              </a:ext>
            </a:extLst>
          </p:cNvPr>
          <p:cNvSpPr/>
          <p:nvPr userDrawn="1"/>
        </p:nvSpPr>
        <p:spPr>
          <a:xfrm>
            <a:off x="618422" y="474943"/>
            <a:ext cx="102072" cy="10094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latin typeface="Roboto Medium" pitchFamily="2" charset="0"/>
              <a:ea typeface="Roboto Medium" pitchFamily="2" charset="0"/>
            </a:endParaRPr>
          </a:p>
        </p:txBody>
      </p:sp>
      <p:pic>
        <p:nvPicPr>
          <p:cNvPr id="9" name="Picture 2" descr="C:\Users\Admin\Downloads\Logo-01.png"/>
          <p:cNvPicPr>
            <a:picLocks noChangeAspect="1" noChangeArrowheads="1"/>
          </p:cNvPicPr>
          <p:nvPr userDrawn="1"/>
        </p:nvPicPr>
        <p:blipFill>
          <a:blip r:embed="rId2"/>
          <a:srcRect r="72727"/>
          <a:stretch>
            <a:fillRect/>
          </a:stretch>
        </p:blipFill>
        <p:spPr bwMode="auto">
          <a:xfrm>
            <a:off x="457200" y="6452698"/>
            <a:ext cx="971550" cy="1776902"/>
          </a:xfrm>
          <a:prstGeom prst="rect">
            <a:avLst/>
          </a:prstGeom>
          <a:noFill/>
        </p:spPr>
      </p:pic>
    </p:spTree>
    <p:extLst>
      <p:ext uri="{BB962C8B-B14F-4D97-AF65-F5344CB8AC3E}">
        <p14:creationId xmlns:p14="http://schemas.microsoft.com/office/powerpoint/2010/main" val="1807353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py and Graph White">
    <p:bg bwMode="gray">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3" name="Text Placeholder 2">
            <a:extLst>
              <a:ext uri="{FF2B5EF4-FFF2-40B4-BE49-F238E27FC236}">
                <a16:creationId xmlns:a16="http://schemas.microsoft.com/office/drawing/2014/main" id="{A57C66B2-DB5E-EF42-BC3E-8844BAB7CAB2}"/>
              </a:ext>
            </a:extLst>
          </p:cNvPr>
          <p:cNvSpPr>
            <a:spLocks noGrp="1"/>
          </p:cNvSpPr>
          <p:nvPr>
            <p:ph type="body" sz="quarter" idx="17" hasCustomPrompt="1"/>
          </p:nvPr>
        </p:nvSpPr>
        <p:spPr>
          <a:xfrm>
            <a:off x="748071" y="1679555"/>
            <a:ext cx="6277024" cy="5667376"/>
          </a:xfrm>
          <a:prstGeom prst="rect">
            <a:avLst/>
          </a:prstGeom>
        </p:spPr>
        <p:txBody>
          <a:bodyPr lIns="109728" tIns="54864" rIns="109728" bIns="54864"/>
          <a:lstStyle>
            <a:lvl1pPr algn="l">
              <a:spcBef>
                <a:spcPts val="1200"/>
              </a:spcBef>
              <a:buClr>
                <a:schemeClr val="tx1"/>
              </a:buClr>
              <a:defRPr sz="2900">
                <a:solidFill>
                  <a:schemeClr val="bg1"/>
                </a:solidFill>
                <a:latin typeface="Roboto Medium" pitchFamily="2" charset="0"/>
                <a:ea typeface="Roboto Medium" pitchFamily="2" charset="0"/>
                <a:cs typeface="Roboto Medium" pitchFamily="2" charset="0"/>
              </a:defRPr>
            </a:lvl1pPr>
            <a:lvl2pPr marL="550546" indent="-259080" algn="l">
              <a:spcBef>
                <a:spcPts val="1200"/>
              </a:spcBef>
              <a:tabLst/>
              <a:defRPr sz="2600">
                <a:solidFill>
                  <a:schemeClr val="bg1"/>
                </a:solidFill>
                <a:latin typeface="Roboto Medium" pitchFamily="2" charset="0"/>
                <a:ea typeface="Roboto Medium" pitchFamily="2" charset="0"/>
                <a:cs typeface="Roboto Medium" pitchFamily="2" charset="0"/>
              </a:defRPr>
            </a:lvl2pPr>
            <a:lvl3pPr marL="971550" indent="-259080" algn="l">
              <a:spcBef>
                <a:spcPts val="1200"/>
              </a:spcBef>
              <a:tabLst/>
              <a:defRPr sz="2400">
                <a:solidFill>
                  <a:schemeClr val="bg1"/>
                </a:solidFill>
                <a:latin typeface="Roboto Medium" pitchFamily="2" charset="0"/>
                <a:ea typeface="Roboto Medium" pitchFamily="2" charset="0"/>
                <a:cs typeface="Roboto Medium" pitchFamily="2" charset="0"/>
              </a:defRPr>
            </a:lvl3pPr>
            <a:lvl4pPr marL="1312546" indent="-243840">
              <a:spcBef>
                <a:spcPts val="1080"/>
              </a:spcBef>
              <a:tabLst/>
              <a:defRPr sz="1900">
                <a:solidFill>
                  <a:schemeClr val="bg1"/>
                </a:solidFill>
              </a:defRPr>
            </a:lvl4pPr>
            <a:lvl5pPr marL="1588770" indent="-276226">
              <a:spcBef>
                <a:spcPts val="1080"/>
              </a:spcBef>
              <a:tabLst/>
              <a:defRPr sz="1900">
                <a:solidFill>
                  <a:schemeClr val="bg1"/>
                </a:solidFill>
              </a:defRPr>
            </a:lvl5pPr>
          </a:lstStyle>
          <a:p>
            <a:pPr lvl="0"/>
            <a:r>
              <a:rPr lang="en-US" altLang="ja-JP" dirty="0"/>
              <a:t>Editable body copy</a:t>
            </a:r>
          </a:p>
          <a:p>
            <a:pPr lvl="1"/>
            <a:r>
              <a:rPr lang="en-US" altLang="ja-JP" dirty="0"/>
              <a:t>Editable body copy</a:t>
            </a:r>
          </a:p>
          <a:p>
            <a:pPr lvl="2"/>
            <a:r>
              <a:rPr lang="en-US" altLang="ja-JP" dirty="0"/>
              <a:t>Editable body copy</a:t>
            </a:r>
          </a:p>
        </p:txBody>
      </p:sp>
      <p:sp>
        <p:nvSpPr>
          <p:cNvPr id="11" name="Chart Placeholder 4">
            <a:extLst>
              <a:ext uri="{FF2B5EF4-FFF2-40B4-BE49-F238E27FC236}">
                <a16:creationId xmlns:a16="http://schemas.microsoft.com/office/drawing/2014/main" id="{0E80621C-217C-7C43-B92C-608DB858D173}"/>
              </a:ext>
            </a:extLst>
          </p:cNvPr>
          <p:cNvSpPr>
            <a:spLocks noGrp="1"/>
          </p:cNvSpPr>
          <p:nvPr>
            <p:ph type="chart" sz="quarter" idx="19"/>
          </p:nvPr>
        </p:nvSpPr>
        <p:spPr>
          <a:xfrm>
            <a:off x="7594334" y="1651281"/>
            <a:ext cx="6484925" cy="5747084"/>
          </a:xfrm>
          <a:prstGeom prst="rect">
            <a:avLst/>
          </a:prstGeom>
        </p:spPr>
        <p:txBody>
          <a:bodyPr lIns="109728" tIns="54864" rIns="109728" bIns="54864"/>
          <a:lstStyle>
            <a:lvl1pPr algn="l">
              <a:defRPr>
                <a:solidFill>
                  <a:schemeClr val="bg1"/>
                </a:solidFill>
                <a:latin typeface="Roboto Medium" pitchFamily="2" charset="0"/>
                <a:ea typeface="Roboto Medium" pitchFamily="2" charset="0"/>
                <a:cs typeface="Roboto Medium" pitchFamily="2" charset="0"/>
              </a:defRPr>
            </a:lvl1pPr>
          </a:lstStyle>
          <a:p>
            <a:endParaRPr lang="en-US" dirty="0"/>
          </a:p>
        </p:txBody>
      </p:sp>
      <p:sp>
        <p:nvSpPr>
          <p:cNvPr id="8" name="Title 1">
            <a:extLst>
              <a:ext uri="{FF2B5EF4-FFF2-40B4-BE49-F238E27FC236}">
                <a16:creationId xmlns:a16="http://schemas.microsoft.com/office/drawing/2014/main" id="{617F8CCD-7C0E-0D48-972D-76049626514F}"/>
              </a:ext>
            </a:extLst>
          </p:cNvPr>
          <p:cNvSpPr>
            <a:spLocks noGrp="1"/>
          </p:cNvSpPr>
          <p:nvPr>
            <p:ph type="title" hasCustomPrompt="1"/>
          </p:nvPr>
        </p:nvSpPr>
        <p:spPr bwMode="gray">
          <a:xfrm>
            <a:off x="714564" y="474943"/>
            <a:ext cx="7454312" cy="1005842"/>
          </a:xfrm>
          <a:prstGeom prst="rect">
            <a:avLst/>
          </a:prstGeom>
        </p:spPr>
        <p:txBody>
          <a:bodyPr lIns="109728" tIns="54864" rIns="109728" bIns="54864" anchor="ctr" anchorCtr="0">
            <a:noAutofit/>
          </a:bodyPr>
          <a:lstStyle>
            <a:lvl1pPr algn="l">
              <a:defRPr sz="3400" cap="all" spc="0" baseline="0">
                <a:solidFill>
                  <a:schemeClr val="bg1"/>
                </a:solidFill>
                <a:latin typeface="Roboto Medium" pitchFamily="2" charset="0"/>
                <a:ea typeface="Roboto Medium" pitchFamily="2" charset="0"/>
                <a:cs typeface="Roboto Medium" pitchFamily="2" charset="0"/>
              </a:defRPr>
            </a:lvl1pPr>
          </a:lstStyle>
          <a:p>
            <a:r>
              <a:rPr lang="en-US" dirty="0"/>
              <a:t>Heading </a:t>
            </a:r>
            <a:br>
              <a:rPr lang="en-US" dirty="0"/>
            </a:br>
            <a:r>
              <a:rPr lang="en-US" dirty="0"/>
              <a:t>Copy Here</a:t>
            </a:r>
          </a:p>
        </p:txBody>
      </p:sp>
      <p:sp>
        <p:nvSpPr>
          <p:cNvPr id="13" name="Rectangle 12">
            <a:extLst>
              <a:ext uri="{FF2B5EF4-FFF2-40B4-BE49-F238E27FC236}">
                <a16:creationId xmlns:a16="http://schemas.microsoft.com/office/drawing/2014/main" id="{F0E66791-D2DC-6C40-8685-5E4DB32DD952}"/>
              </a:ext>
            </a:extLst>
          </p:cNvPr>
          <p:cNvSpPr/>
          <p:nvPr userDrawn="1"/>
        </p:nvSpPr>
        <p:spPr>
          <a:xfrm>
            <a:off x="618422" y="474943"/>
            <a:ext cx="102072" cy="10094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l"/>
            <a:endParaRPr lang="en-US" b="0" i="0" dirty="0">
              <a:solidFill>
                <a:schemeClr val="bg1"/>
              </a:solidFill>
              <a:latin typeface="Roboto Medium" pitchFamily="2" charset="0"/>
              <a:ea typeface="Roboto Medium" pitchFamily="2" charset="0"/>
            </a:endParaRPr>
          </a:p>
        </p:txBody>
      </p:sp>
      <p:pic>
        <p:nvPicPr>
          <p:cNvPr id="12" name="Picture 3" descr="C:\Users\Admin\Downloads\1-05.png"/>
          <p:cNvPicPr>
            <a:picLocks noChangeAspect="1" noChangeArrowheads="1"/>
          </p:cNvPicPr>
          <p:nvPr userDrawn="1"/>
        </p:nvPicPr>
        <p:blipFill>
          <a:blip r:embed="rId3"/>
          <a:srcRect r="73063"/>
          <a:stretch>
            <a:fillRect/>
          </a:stretch>
        </p:blipFill>
        <p:spPr bwMode="auto">
          <a:xfrm>
            <a:off x="381000" y="6455664"/>
            <a:ext cx="990599" cy="1773936"/>
          </a:xfrm>
          <a:prstGeom prst="rect">
            <a:avLst/>
          </a:prstGeom>
          <a:noFill/>
        </p:spPr>
      </p:pic>
    </p:spTree>
    <p:extLst>
      <p:ext uri="{BB962C8B-B14F-4D97-AF65-F5344CB8AC3E}">
        <p14:creationId xmlns:p14="http://schemas.microsoft.com/office/powerpoint/2010/main" val="18073539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WSBC_REVA_LOGO_180x180_px_150420_V001.png"/>
          <p:cNvPicPr>
            <a:picLocks noChangeAspect="1" noChangeArrowheads="1"/>
          </p:cNvPicPr>
          <p:nvPr userDrawn="1"/>
        </p:nvPicPr>
        <p:blipFill>
          <a:blip r:embed="rId2"/>
          <a:srcRect r="50000"/>
          <a:stretch>
            <a:fillRect/>
          </a:stretch>
        </p:blipFill>
        <p:spPr bwMode="auto">
          <a:xfrm>
            <a:off x="11201400" y="914400"/>
            <a:ext cx="3429000" cy="6858000"/>
          </a:xfrm>
          <a:prstGeom prst="rect">
            <a:avLst/>
          </a:prstGeom>
          <a:noFill/>
        </p:spPr>
      </p:pic>
      <p:sp>
        <p:nvSpPr>
          <p:cNvPr id="9" name="Rectangle 8"/>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917971" y="3250704"/>
            <a:ext cx="12618720" cy="1590676"/>
          </a:xfrm>
          <a:prstGeom prst="rect">
            <a:avLst/>
          </a:prstGeom>
        </p:spPr>
        <p:txBody>
          <a:bodyPr lIns="109728" tIns="54864" rIns="109728" bIns="54864" anchor="ctr"/>
          <a:lstStyle>
            <a:lvl1pPr>
              <a:defRPr sz="9400" b="1" i="0" spc="0">
                <a:solidFill>
                  <a:schemeClr val="tx1"/>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11" name="Rectangle 10">
            <a:extLst>
              <a:ext uri="{FF2B5EF4-FFF2-40B4-BE49-F238E27FC236}">
                <a16:creationId xmlns:a16="http://schemas.microsoft.com/office/drawing/2014/main" id="{8035B185-C39F-9B4A-B035-864981C32176}"/>
              </a:ext>
            </a:extLst>
          </p:cNvPr>
          <p:cNvSpPr/>
          <p:nvPr userDrawn="1"/>
        </p:nvSpPr>
        <p:spPr>
          <a:xfrm>
            <a:off x="586904" y="2818656"/>
            <a:ext cx="102072" cy="230428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b="0" i="0" dirty="0">
              <a:solidFill>
                <a:schemeClr val="tx1"/>
              </a:solidFill>
              <a:latin typeface="Nobel-Book" panose="02000503040000020004" pitchFamily="2" charset="0"/>
            </a:endParaRPr>
          </a:p>
        </p:txBody>
      </p:sp>
      <p:pic>
        <p:nvPicPr>
          <p:cNvPr id="12" name="Picture 2" descr="C:\Users\Admin\Downloads\Logo-01.png"/>
          <p:cNvPicPr>
            <a:picLocks noChangeAspect="1" noChangeArrowheads="1"/>
          </p:cNvPicPr>
          <p:nvPr userDrawn="1"/>
        </p:nvPicPr>
        <p:blipFill>
          <a:blip r:embed="rId3"/>
          <a:srcRect/>
          <a:stretch>
            <a:fillRect/>
          </a:stretch>
        </p:blipFill>
        <p:spPr bwMode="auto">
          <a:xfrm>
            <a:off x="10763250" y="1"/>
            <a:ext cx="3562350" cy="1776902"/>
          </a:xfrm>
          <a:prstGeom prst="rect">
            <a:avLst/>
          </a:prstGeom>
          <a:noFill/>
        </p:spPr>
      </p:pic>
    </p:spTree>
    <p:extLst>
      <p:ext uri="{BB962C8B-B14F-4D97-AF65-F5344CB8AC3E}">
        <p14:creationId xmlns:p14="http://schemas.microsoft.com/office/powerpoint/2010/main" val="3459266439"/>
      </p:ext>
    </p:extLst>
  </p:cSld>
  <p:clrMapOvr>
    <a:masterClrMapping/>
  </p:clrMapOvr>
  <p:extLst mod="1">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ank You White">
    <p:bg bwMode="gray">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C1332D7-0D98-FA4F-A93A-534F7C2A52A9}"/>
              </a:ext>
            </a:extLst>
          </p:cNvPr>
          <p:cNvPicPr>
            <a:picLocks noChangeAspect="1"/>
          </p:cNvPicPr>
          <p:nvPr userDrawn="1"/>
        </p:nvPicPr>
        <p:blipFill>
          <a:blip r:embed="rId2">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5424" y="-1"/>
            <a:ext cx="14635823" cy="8255808"/>
          </a:xfrm>
          <a:prstGeom prst="rect">
            <a:avLst/>
          </a:prstGeom>
          <a:ln w="38100">
            <a:solidFill>
              <a:srgbClr val="FFC000"/>
            </a:solidFill>
          </a:ln>
        </p:spPr>
      </p:pic>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917971" y="3250704"/>
            <a:ext cx="12618720" cy="1590676"/>
          </a:xfrm>
          <a:prstGeom prst="rect">
            <a:avLst/>
          </a:prstGeom>
        </p:spPr>
        <p:txBody>
          <a:bodyPr lIns="109728" tIns="54864" rIns="109728" bIns="54864" anchor="ctr"/>
          <a:lstStyle>
            <a:lvl1pPr>
              <a:defRPr sz="94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11" name="Rectangle 10">
            <a:extLst>
              <a:ext uri="{FF2B5EF4-FFF2-40B4-BE49-F238E27FC236}">
                <a16:creationId xmlns:a16="http://schemas.microsoft.com/office/drawing/2014/main" id="{8035B185-C39F-9B4A-B035-864981C32176}"/>
              </a:ext>
            </a:extLst>
          </p:cNvPr>
          <p:cNvSpPr/>
          <p:nvPr userDrawn="1"/>
        </p:nvSpPr>
        <p:spPr>
          <a:xfrm>
            <a:off x="586904" y="2818656"/>
            <a:ext cx="102072" cy="230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9728" tIns="54864" rIns="109728" bIns="54864" rtlCol="0" anchor="ctr"/>
          <a:lstStyle/>
          <a:p>
            <a:pPr algn="ctr"/>
            <a:endParaRPr lang="en-US" b="0" i="0" dirty="0">
              <a:solidFill>
                <a:schemeClr val="tx1"/>
              </a:solidFill>
              <a:latin typeface="Nobel-Book" panose="02000503040000020004" pitchFamily="2" charset="0"/>
            </a:endParaRPr>
          </a:p>
        </p:txBody>
      </p:sp>
      <p:pic>
        <p:nvPicPr>
          <p:cNvPr id="13" name="Picture 3" descr="C:\Users\Admin\Downloads\1-05.png"/>
          <p:cNvPicPr>
            <a:picLocks noChangeAspect="1" noChangeArrowheads="1"/>
          </p:cNvPicPr>
          <p:nvPr userDrawn="1"/>
        </p:nvPicPr>
        <p:blipFill>
          <a:blip r:embed="rId3"/>
          <a:srcRect/>
          <a:stretch>
            <a:fillRect/>
          </a:stretch>
        </p:blipFill>
        <p:spPr bwMode="auto">
          <a:xfrm>
            <a:off x="10668001" y="0"/>
            <a:ext cx="3677478" cy="1773936"/>
          </a:xfrm>
          <a:prstGeom prst="rect">
            <a:avLst/>
          </a:prstGeom>
          <a:noFill/>
        </p:spPr>
      </p:pic>
      <p:pic>
        <p:nvPicPr>
          <p:cNvPr id="6" name="Picture 3" descr="C:\Users\Admin\Downloads\1-05.png"/>
          <p:cNvPicPr>
            <a:picLocks noChangeAspect="1" noChangeArrowheads="1"/>
          </p:cNvPicPr>
          <p:nvPr userDrawn="1"/>
        </p:nvPicPr>
        <p:blipFill>
          <a:blip r:embed="rId3">
            <a:lum bright="-10000"/>
          </a:blip>
          <a:srcRect l="3927" t="30524" r="85471" b="29793"/>
          <a:stretch>
            <a:fillRect/>
          </a:stretch>
        </p:blipFill>
        <p:spPr bwMode="auto">
          <a:xfrm>
            <a:off x="10410092" y="609600"/>
            <a:ext cx="4220308" cy="7620000"/>
          </a:xfrm>
          <a:prstGeom prst="rect">
            <a:avLst/>
          </a:prstGeom>
          <a:noFill/>
        </p:spPr>
      </p:pic>
    </p:spTree>
    <p:extLst>
      <p:ext uri="{BB962C8B-B14F-4D97-AF65-F5344CB8AC3E}">
        <p14:creationId xmlns:p14="http://schemas.microsoft.com/office/powerpoint/2010/main" val="3459266439"/>
      </p:ext>
    </p:extLst>
  </p:cSld>
  <p:clrMapOvr>
    <a:masterClrMapping/>
  </p:clrMapOvr>
  <p:extLst mod="1">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hank You White">
    <p:bg bwMode="gray">
      <p:bgPr>
        <a:solidFill>
          <a:schemeClr val="bg1"/>
        </a:solidFill>
        <a:effectLst/>
      </p:bgPr>
    </p:bg>
    <p:spTree>
      <p:nvGrpSpPr>
        <p:cNvPr id="1" name=""/>
        <p:cNvGrpSpPr/>
        <p:nvPr/>
      </p:nvGrpSpPr>
      <p:grpSpPr>
        <a:xfrm>
          <a:off x="0" y="0"/>
          <a:ext cx="0" cy="0"/>
          <a:chOff x="0" y="0"/>
          <a:chExt cx="0" cy="0"/>
        </a:xfrm>
      </p:grpSpPr>
      <p:pic>
        <p:nvPicPr>
          <p:cNvPr id="6" name="Picture 2" descr="C:\Users\Admin\Downloads\FAI_7881_HDR_edit.jpg"/>
          <p:cNvPicPr>
            <a:picLocks noChangeAspect="1" noChangeArrowheads="1"/>
          </p:cNvPicPr>
          <p:nvPr userDrawn="1"/>
        </p:nvPicPr>
        <p:blipFill>
          <a:blip r:embed="rId2" cstate="print"/>
          <a:srcRect r="872" b="11451"/>
          <a:stretch>
            <a:fillRect/>
          </a:stretch>
        </p:blipFill>
        <p:spPr bwMode="auto">
          <a:xfrm>
            <a:off x="-19880" y="-19878"/>
            <a:ext cx="14696172" cy="8275320"/>
          </a:xfrm>
          <a:prstGeom prst="rect">
            <a:avLst/>
          </a:prstGeom>
          <a:noFill/>
        </p:spPr>
      </p:pic>
      <p:sp>
        <p:nvSpPr>
          <p:cNvPr id="7" name="Rectangle 6"/>
          <p:cNvSpPr/>
          <p:nvPr userDrawn="1"/>
        </p:nvSpPr>
        <p:spPr>
          <a:xfrm>
            <a:off x="-31532" y="-31532"/>
            <a:ext cx="14661931" cy="8261131"/>
          </a:xfrm>
          <a:prstGeom prst="rect">
            <a:avLst/>
          </a:prstGeom>
          <a:solidFill>
            <a:schemeClr val="dk1">
              <a:alpha val="59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917971" y="3250704"/>
            <a:ext cx="12618720" cy="1590676"/>
          </a:xfrm>
          <a:prstGeom prst="rect">
            <a:avLst/>
          </a:prstGeom>
        </p:spPr>
        <p:txBody>
          <a:bodyPr lIns="109728" tIns="54864" rIns="109728" bIns="54864" anchor="ctr"/>
          <a:lstStyle>
            <a:lvl1pPr>
              <a:defRPr sz="9400" b="1" i="0" spc="0">
                <a:solidFill>
                  <a:schemeClr val="bg1"/>
                </a:solidFill>
                <a:latin typeface="Roboto Medium" pitchFamily="2" charset="0"/>
                <a:ea typeface="Roboto Medium" pitchFamily="2" charset="0"/>
                <a:cs typeface="Roboto Medium" pitchFamily="2" charset="0"/>
              </a:defRPr>
            </a:lvl1pPr>
          </a:lstStyle>
          <a:p>
            <a:r>
              <a:rPr lang="en-US" dirty="0"/>
              <a:t>THANK YOU</a:t>
            </a:r>
            <a:endParaRPr lang="en-NZ" dirty="0"/>
          </a:p>
        </p:txBody>
      </p:sp>
      <p:pic>
        <p:nvPicPr>
          <p:cNvPr id="8" name="Picture 3" descr="C:\Users\Admin\Downloads\1-05.png"/>
          <p:cNvPicPr>
            <a:picLocks noChangeAspect="1" noChangeArrowheads="1"/>
          </p:cNvPicPr>
          <p:nvPr userDrawn="1"/>
        </p:nvPicPr>
        <p:blipFill>
          <a:blip r:embed="rId3"/>
          <a:srcRect/>
          <a:stretch>
            <a:fillRect/>
          </a:stretch>
        </p:blipFill>
        <p:spPr bwMode="auto">
          <a:xfrm>
            <a:off x="10668001" y="0"/>
            <a:ext cx="3677478" cy="1773936"/>
          </a:xfrm>
          <a:prstGeom prst="rect">
            <a:avLst/>
          </a:prstGeom>
          <a:noFill/>
        </p:spPr>
      </p:pic>
    </p:spTree>
    <p:extLst>
      <p:ext uri="{BB962C8B-B14F-4D97-AF65-F5344CB8AC3E}">
        <p14:creationId xmlns:p14="http://schemas.microsoft.com/office/powerpoint/2010/main" val="3459266439"/>
      </p:ext>
    </p:extLst>
  </p:cSld>
  <p:clrMapOvr>
    <a:masterClrMapping/>
  </p:clrMapOvr>
  <p:extLst mod="1">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9D1C3BC-7BFF-1640-819B-5BED6BEC9B4F}"/>
              </a:ext>
            </a:extLst>
          </p:cNvPr>
          <p:cNvSpPr>
            <a:spLocks noGrp="1"/>
          </p:cNvSpPr>
          <p:nvPr>
            <p:ph type="pic" sz="quarter" idx="15"/>
          </p:nvPr>
        </p:nvSpPr>
        <p:spPr>
          <a:xfrm>
            <a:off x="0" y="0"/>
            <a:ext cx="14630400" cy="8229600"/>
          </a:xfrm>
          <a:prstGeom prst="rect">
            <a:avLst/>
          </a:prstGeom>
        </p:spPr>
        <p:txBody>
          <a:bodyPr lIns="109728" tIns="54864" rIns="109728" bIns="54864"/>
          <a:lstStyle>
            <a:lvl1pPr>
              <a:defRPr b="0" i="0">
                <a:latin typeface="Nobel-Book" panose="02000503040000020004" pitchFamily="2" charset="0"/>
              </a:defRPr>
            </a:lvl1pPr>
          </a:lstStyle>
          <a:p>
            <a:endParaRPr lang="en-US" dirty="0"/>
          </a:p>
        </p:txBody>
      </p:sp>
      <p:sp>
        <p:nvSpPr>
          <p:cNvPr id="9" name="Rectangle 8"/>
          <p:cNvSpPr/>
          <p:nvPr userDrawn="1"/>
        </p:nvSpPr>
        <p:spPr bwMode="auto">
          <a:xfrm>
            <a:off x="0" y="0"/>
            <a:ext cx="14630400" cy="8229600"/>
          </a:xfrm>
          <a:prstGeom prst="rect">
            <a:avLst/>
          </a:prstGeom>
          <a:solidFill>
            <a:schemeClr val="bg1">
              <a:alpha val="49000"/>
            </a:schemeClr>
          </a:solidFill>
          <a:ln w="381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Roboto Medium" pitchFamily="2" charset="0"/>
              <a:ea typeface="Roboto Medium" pitchFamily="2" charset="0"/>
              <a:cs typeface="Arial" charset="0"/>
            </a:endParaRPr>
          </a:p>
        </p:txBody>
      </p:sp>
      <p:sp>
        <p:nvSpPr>
          <p:cNvPr id="10" name="Title 1">
            <a:extLst>
              <a:ext uri="{FF2B5EF4-FFF2-40B4-BE49-F238E27FC236}">
                <a16:creationId xmlns:a16="http://schemas.microsoft.com/office/drawing/2014/main" id="{F49B44DA-46E8-CE45-AC10-AC35239D504E}"/>
              </a:ext>
            </a:extLst>
          </p:cNvPr>
          <p:cNvSpPr>
            <a:spLocks noGrp="1"/>
          </p:cNvSpPr>
          <p:nvPr>
            <p:ph type="title" hasCustomPrompt="1"/>
          </p:nvPr>
        </p:nvSpPr>
        <p:spPr bwMode="gray">
          <a:xfrm>
            <a:off x="917971" y="3250704"/>
            <a:ext cx="5254229" cy="1590676"/>
          </a:xfrm>
          <a:prstGeom prst="rect">
            <a:avLst/>
          </a:prstGeom>
        </p:spPr>
        <p:txBody>
          <a:bodyPr wrap="none" lIns="109728" tIns="54864" rIns="109728" bIns="54864" anchor="ctr"/>
          <a:lstStyle>
            <a:lvl1pPr>
              <a:defRPr sz="9400" b="1" i="0" spc="0">
                <a:solidFill>
                  <a:schemeClr val="tx1"/>
                </a:solidFill>
                <a:latin typeface="Roboto Medium" pitchFamily="2" charset="0"/>
                <a:ea typeface="Roboto Medium" pitchFamily="2" charset="0"/>
                <a:cs typeface="Roboto Medium" pitchFamily="2" charset="0"/>
              </a:defRPr>
            </a:lvl1pPr>
          </a:lstStyle>
          <a:p>
            <a:r>
              <a:rPr lang="en-US" dirty="0"/>
              <a:t>THANK </a:t>
            </a:r>
            <a:r>
              <a:rPr lang="en-US" dirty="0" smtClean="0"/>
              <a:t/>
            </a:r>
            <a:br>
              <a:rPr lang="en-US" dirty="0" smtClean="0"/>
            </a:br>
            <a:r>
              <a:rPr lang="en-US" dirty="0" smtClean="0"/>
              <a:t>YOU</a:t>
            </a:r>
            <a:endParaRPr lang="en-NZ" dirty="0"/>
          </a:p>
        </p:txBody>
      </p:sp>
      <p:pic>
        <p:nvPicPr>
          <p:cNvPr id="8" name="Picture 7">
            <a:extLst>
              <a:ext uri="{FF2B5EF4-FFF2-40B4-BE49-F238E27FC236}">
                <a16:creationId xmlns:a16="http://schemas.microsoft.com/office/drawing/2014/main" id="{FF1A0E79-2BC7-C74E-A6C5-1646C3E49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18422" y="7661892"/>
            <a:ext cx="974976" cy="171004"/>
          </a:xfrm>
          <a:prstGeom prst="rect">
            <a:avLst/>
          </a:prstGeom>
        </p:spPr>
      </p:pic>
      <p:sp>
        <p:nvSpPr>
          <p:cNvPr id="3" name="コンテンツ プレースホルダー 2"/>
          <p:cNvSpPr>
            <a:spLocks noGrp="1"/>
          </p:cNvSpPr>
          <p:nvPr>
            <p:ph sz="quarter" idx="16" hasCustomPrompt="1"/>
          </p:nvPr>
        </p:nvSpPr>
        <p:spPr>
          <a:xfrm>
            <a:off x="586904" y="2820384"/>
            <a:ext cx="103680" cy="2302560"/>
          </a:xfrm>
          <a:prstGeom prst="rect">
            <a:avLst/>
          </a:prstGeom>
          <a:solidFill>
            <a:schemeClr val="tx1"/>
          </a:solidFill>
        </p:spPr>
        <p:txBody>
          <a:bodyPr lIns="109728" tIns="54864" rIns="109728" bIns="54864"/>
          <a:lstStyle>
            <a:lvl1pPr marL="0" indent="0">
              <a:buNone/>
              <a:defRPr>
                <a:latin typeface="Nobel-Book" panose="02000503040000020004" pitchFamily="2" charset="0"/>
                <a:ea typeface="ＭＳ Ｐゴシック" panose="020B0600070205080204" pitchFamily="50" charset="-128"/>
              </a:defRPr>
            </a:lvl1pPr>
          </a:lstStyle>
          <a:p>
            <a:pPr lvl="0"/>
            <a:r>
              <a:rPr kumimoji="1" lang="ja-JP" altLang="en-US" dirty="0" smtClean="0"/>
              <a:t>　</a:t>
            </a:r>
            <a:endParaRPr kumimoji="1" lang="ja-JP" altLang="en-US" dirty="0"/>
          </a:p>
        </p:txBody>
      </p:sp>
      <p:pic>
        <p:nvPicPr>
          <p:cNvPr id="11" name="Picture 2" descr="C:\Users\Admin\Downloads\Logo-01.png"/>
          <p:cNvPicPr>
            <a:picLocks noChangeAspect="1" noChangeArrowheads="1"/>
          </p:cNvPicPr>
          <p:nvPr userDrawn="1"/>
        </p:nvPicPr>
        <p:blipFill>
          <a:blip r:embed="rId3"/>
          <a:srcRect/>
          <a:stretch>
            <a:fillRect/>
          </a:stretch>
        </p:blipFill>
        <p:spPr bwMode="auto">
          <a:xfrm>
            <a:off x="10763250" y="1"/>
            <a:ext cx="3562350" cy="1776902"/>
          </a:xfrm>
          <a:prstGeom prst="rect">
            <a:avLst/>
          </a:prstGeom>
          <a:noFill/>
        </p:spPr>
      </p:pic>
    </p:spTree>
    <p:extLst>
      <p:ext uri="{BB962C8B-B14F-4D97-AF65-F5344CB8AC3E}">
        <p14:creationId xmlns:p14="http://schemas.microsoft.com/office/powerpoint/2010/main" val="2170069622"/>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theme" Target="../theme/theme5.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8" r:id="rId1"/>
    <p:sldLayoutId id="2147483750" r:id="rId2"/>
    <p:sldLayoutId id="2147483668" r:id="rId3"/>
    <p:sldLayoutId id="2147483669" r:id="rId4"/>
    <p:sldLayoutId id="2147483679"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9" r:id="rId3"/>
    <p:sldLayoutId id="2147483748"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264" y="2516374"/>
            <a:ext cx="12598136" cy="2129647"/>
          </a:xfrm>
        </p:spPr>
        <p:txBody>
          <a:bodyPr/>
          <a:lstStyle/>
          <a:p>
            <a:r>
              <a:rPr lang="en-US" b="1" dirty="0" smtClean="0"/>
              <a:t>UNIT-2</a:t>
            </a:r>
            <a:br>
              <a:rPr lang="en-US" b="1" dirty="0" smtClean="0"/>
            </a:br>
            <a:r>
              <a:rPr lang="en-US" b="1" dirty="0"/>
              <a:t/>
            </a:r>
            <a:br>
              <a:rPr lang="en-US" b="1" dirty="0"/>
            </a:br>
            <a:r>
              <a:rPr lang="en-US" dirty="0"/>
              <a:t>SECURITY AT TRANSPORT LAYER</a:t>
            </a:r>
          </a:p>
        </p:txBody>
      </p:sp>
      <p:sp>
        <p:nvSpPr>
          <p:cNvPr id="3" name="Text Placeholder 2"/>
          <p:cNvSpPr>
            <a:spLocks noGrp="1"/>
          </p:cNvSpPr>
          <p:nvPr>
            <p:ph type="body" sz="quarter" idx="10"/>
          </p:nvPr>
        </p:nvSpPr>
        <p:spPr>
          <a:xfrm>
            <a:off x="1255887" y="4923081"/>
            <a:ext cx="11240913" cy="489584"/>
          </a:xfrm>
        </p:spPr>
        <p:txBody>
          <a:bodyPr/>
          <a:lstStyle/>
          <a:p>
            <a:r>
              <a:rPr lang="en-US" b="1" dirty="0">
                <a:latin typeface="Times" panose="02020603050405020304" pitchFamily="18" charset="0"/>
                <a:cs typeface="Times" panose="02020603050405020304" pitchFamily="18" charset="0"/>
              </a:rPr>
              <a:t>School of </a:t>
            </a:r>
            <a:r>
              <a:rPr lang="en-US" b="1" dirty="0" smtClean="0">
                <a:latin typeface="Times" panose="02020603050405020304" pitchFamily="18" charset="0"/>
                <a:cs typeface="Times" panose="02020603050405020304" pitchFamily="18" charset="0"/>
              </a:rPr>
              <a:t>CSE</a:t>
            </a:r>
            <a:endParaRPr lang="en-US" b="1" dirty="0">
              <a:latin typeface="Times" panose="02020603050405020304" pitchFamily="18" charset="0"/>
              <a:cs typeface="Times" panose="02020603050405020304" pitchFamily="18" charset="0"/>
            </a:endParaRPr>
          </a:p>
        </p:txBody>
      </p:sp>
      <p:sp>
        <p:nvSpPr>
          <p:cNvPr id="8" name="Text Placeholder 3"/>
          <p:cNvSpPr>
            <a:spLocks noGrp="1"/>
          </p:cNvSpPr>
          <p:nvPr>
            <p:ph type="body" sz="quarter" idx="11"/>
          </p:nvPr>
        </p:nvSpPr>
        <p:spPr>
          <a:xfrm>
            <a:off x="1270264" y="7010400"/>
            <a:ext cx="8106859" cy="489584"/>
          </a:xfrm>
        </p:spPr>
        <p:txBody>
          <a:bodyPr/>
          <a:lstStyle/>
          <a:p>
            <a:endParaRPr lang="en-US" dirty="0"/>
          </a:p>
        </p:txBody>
      </p:sp>
      <p:sp>
        <p:nvSpPr>
          <p:cNvPr id="9" name="Text Placeholder 4"/>
          <p:cNvSpPr>
            <a:spLocks noGrp="1"/>
          </p:cNvSpPr>
          <p:nvPr>
            <p:ph type="body" sz="quarter" idx="14"/>
          </p:nvPr>
        </p:nvSpPr>
        <p:spPr>
          <a:xfrm>
            <a:off x="1255887" y="5689724"/>
            <a:ext cx="8106859" cy="1320676"/>
          </a:xfrm>
        </p:spPr>
        <p:txBody>
          <a:bodyPr/>
          <a:lstStyle/>
          <a:p>
            <a:r>
              <a:rPr lang="en-IN" b="1" dirty="0" err="1" smtClean="0">
                <a:solidFill>
                  <a:srgbClr val="0070C0"/>
                </a:solidFill>
              </a:rPr>
              <a:t>Mrs.Ranjitha</a:t>
            </a:r>
            <a:r>
              <a:rPr lang="en-IN" b="1" dirty="0" smtClean="0">
                <a:solidFill>
                  <a:srgbClr val="0070C0"/>
                </a:solidFill>
              </a:rPr>
              <a:t> U.N</a:t>
            </a:r>
          </a:p>
          <a:p>
            <a:r>
              <a:rPr lang="en-IN" sz="2600" b="1" dirty="0" smtClean="0">
                <a:solidFill>
                  <a:schemeClr val="tx1"/>
                </a:solidFill>
              </a:rPr>
              <a:t>Ranjitha.un@reva.edu.in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14400" y="609601"/>
            <a:ext cx="8153400" cy="685800"/>
          </a:xfrm>
        </p:spPr>
        <p:txBody>
          <a:bodyPr/>
          <a:lstStyle/>
          <a:p>
            <a:pPr lvl="0"/>
            <a:r>
              <a:rPr lang="en-IN" b="1" dirty="0"/>
              <a:t>WEB SECURITY CONSIDERATIONS</a:t>
            </a:r>
            <a:endParaRPr lang="en-IN" sz="3600" dirty="0"/>
          </a:p>
        </p:txBody>
      </p:sp>
      <p:sp>
        <p:nvSpPr>
          <p:cNvPr id="2" name="TextBox 1"/>
          <p:cNvSpPr txBox="1"/>
          <p:nvPr/>
        </p:nvSpPr>
        <p:spPr>
          <a:xfrm>
            <a:off x="914400" y="1676400"/>
            <a:ext cx="13258800" cy="529375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The Internet is </a:t>
            </a:r>
            <a:r>
              <a:rPr lang="en-IN" dirty="0" smtClean="0">
                <a:latin typeface="Times New Roman" panose="02020603050405020304" pitchFamily="18" charset="0"/>
                <a:cs typeface="Times New Roman" panose="02020603050405020304" pitchFamily="18" charset="0"/>
              </a:rPr>
              <a:t>two-way </a:t>
            </a:r>
            <a:r>
              <a:rPr lang="en-IN"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Web is vulnerable to attacks on the Web servers over the </a:t>
            </a:r>
            <a:r>
              <a:rPr lang="en-US" dirty="0" smtClean="0">
                <a:latin typeface="Times New Roman" panose="02020603050405020304" pitchFamily="18" charset="0"/>
                <a:cs typeface="Times New Roman" panose="02020603050405020304" pitchFamily="18" charset="0"/>
              </a:rPr>
              <a:t>Internet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Web is a key platform for business and information, but server breaches can harm reputations and cause financial </a:t>
            </a:r>
            <a:r>
              <a:rPr lang="en-US" dirty="0" smtClean="0">
                <a:latin typeface="Times New Roman" panose="02020603050405020304" pitchFamily="18" charset="0"/>
                <a:cs typeface="Times New Roman" panose="02020603050405020304" pitchFamily="18" charset="0"/>
              </a:rPr>
              <a:t>loss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Despite their ease of use and setup, Web systems are built on complex software that often contains hidden security flaws, making them vulnerable to attacks—even when properly </a:t>
            </a:r>
            <a:r>
              <a:rPr lang="en-US" dirty="0" smtClean="0">
                <a:latin typeface="Times New Roman" panose="02020603050405020304" pitchFamily="18" charset="0"/>
                <a:cs typeface="Times New Roman" panose="02020603050405020304" pitchFamily="18" charset="0"/>
              </a:rPr>
              <a:t>installed</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compromised Web server can give attackers access to broader corporate systems and data connected to it</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Many Web users lack security training and awareness, making them unable to recognize or counter risks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7023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306236" cy="694015"/>
          </a:xfrm>
        </p:spPr>
        <p:txBody>
          <a:bodyPr/>
          <a:lstStyle/>
          <a:p>
            <a:pPr lvl="0"/>
            <a:r>
              <a:rPr lang="en-IN" b="1" dirty="0"/>
              <a:t>Web Security Threats</a:t>
            </a:r>
            <a:endParaRPr lang="en-IN" sz="3600" dirty="0"/>
          </a:p>
        </p:txBody>
      </p:sp>
      <p:sp>
        <p:nvSpPr>
          <p:cNvPr id="2" name="Rectangle 1"/>
          <p:cNvSpPr/>
          <p:nvPr/>
        </p:nvSpPr>
        <p:spPr>
          <a:xfrm>
            <a:off x="914400" y="1174531"/>
            <a:ext cx="13716000" cy="892552"/>
          </a:xfrm>
          <a:prstGeom prst="rect">
            <a:avLst/>
          </a:prstGeom>
        </p:spPr>
        <p:txBody>
          <a:bodyPr wrap="square">
            <a:spAutoFit/>
          </a:bodyPr>
          <a:lstStyle/>
          <a:p>
            <a:r>
              <a:rPr lang="en-US" dirty="0"/>
              <a:t>One way to group these threats is in terms of passive and active attacks.</a:t>
            </a:r>
          </a:p>
          <a:p>
            <a:r>
              <a:rPr lang="en-US" dirty="0"/>
              <a:t>Another way to classify Web security threats is in terms of the location of </a:t>
            </a:r>
            <a:r>
              <a:rPr lang="en-US" dirty="0" smtClean="0"/>
              <a:t>the </a:t>
            </a:r>
            <a:r>
              <a:rPr lang="en-IN" dirty="0" smtClean="0"/>
              <a:t>threat</a:t>
            </a:r>
            <a:endParaRPr lang="en-IN" dirty="0"/>
          </a:p>
        </p:txBody>
      </p:sp>
      <p:pic>
        <p:nvPicPr>
          <p:cNvPr id="3" name="Picture 2"/>
          <p:cNvPicPr>
            <a:picLocks noChangeAspect="1"/>
          </p:cNvPicPr>
          <p:nvPr/>
        </p:nvPicPr>
        <p:blipFill>
          <a:blip r:embed="rId3"/>
          <a:stretch>
            <a:fillRect/>
          </a:stretch>
        </p:blipFill>
        <p:spPr>
          <a:xfrm>
            <a:off x="2133600" y="2098614"/>
            <a:ext cx="11240944" cy="5734450"/>
          </a:xfrm>
          <a:prstGeom prst="rect">
            <a:avLst/>
          </a:prstGeom>
        </p:spPr>
      </p:pic>
    </p:spTree>
    <p:extLst>
      <p:ext uri="{BB962C8B-B14F-4D97-AF65-F5344CB8AC3E}">
        <p14:creationId xmlns:p14="http://schemas.microsoft.com/office/powerpoint/2010/main" val="631796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153836" cy="1009531"/>
          </a:xfrm>
        </p:spPr>
        <p:txBody>
          <a:bodyPr/>
          <a:lstStyle/>
          <a:p>
            <a:pPr lvl="0"/>
            <a:r>
              <a:rPr lang="en-IN" b="1" dirty="0"/>
              <a:t>Web Traffic Security </a:t>
            </a:r>
            <a:r>
              <a:rPr lang="en-IN" b="1" dirty="0" smtClean="0"/>
              <a:t>Approaches(</a:t>
            </a:r>
            <a:r>
              <a:rPr lang="en-IN" sz="1800" b="1" dirty="0" smtClean="0"/>
              <a:t>scope</a:t>
            </a:r>
            <a:r>
              <a:rPr lang="en-IN" b="1" dirty="0" smtClean="0"/>
              <a:t> </a:t>
            </a:r>
            <a:r>
              <a:rPr lang="en-IN" sz="1800" b="1" dirty="0"/>
              <a:t>of applicability </a:t>
            </a:r>
            <a:r>
              <a:rPr lang="en-IN" sz="1800" b="1" dirty="0" err="1" smtClean="0"/>
              <a:t>withIN</a:t>
            </a:r>
            <a:r>
              <a:rPr lang="en-IN" sz="1800" b="1" dirty="0" smtClean="0"/>
              <a:t> </a:t>
            </a:r>
            <a:r>
              <a:rPr lang="en-IN" sz="1800" b="1" dirty="0" err="1"/>
              <a:t>tcp</a:t>
            </a:r>
            <a:r>
              <a:rPr lang="en-IN" sz="1800" b="1" dirty="0"/>
              <a:t>/</a:t>
            </a:r>
            <a:r>
              <a:rPr lang="en-IN" sz="1800" b="1" dirty="0" err="1"/>
              <a:t>ip</a:t>
            </a:r>
            <a:r>
              <a:rPr lang="en-IN" sz="1800" b="1" dirty="0"/>
              <a:t> stack</a:t>
            </a:r>
            <a:r>
              <a:rPr lang="en-IN" b="1" dirty="0" smtClean="0"/>
              <a:t>)</a:t>
            </a:r>
            <a:endParaRPr lang="en-IN" sz="36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990600" y="1371600"/>
            <a:ext cx="13258800" cy="892552"/>
          </a:xfrm>
          <a:prstGeom prst="rect">
            <a:avLst/>
          </a:prstGeom>
          <a:noFill/>
        </p:spPr>
        <p:txBody>
          <a:bodyPr wrap="square" rtlCol="0">
            <a:spAutoFit/>
          </a:bodyPr>
          <a:lstStyle/>
          <a:p>
            <a:endParaRPr lang="en-US" dirty="0" smtClean="0"/>
          </a:p>
          <a:p>
            <a:endParaRPr lang="en-IN" dirty="0"/>
          </a:p>
        </p:txBody>
      </p:sp>
      <p:pic>
        <p:nvPicPr>
          <p:cNvPr id="3" name="Picture 2"/>
          <p:cNvPicPr>
            <a:picLocks noChangeAspect="1"/>
          </p:cNvPicPr>
          <p:nvPr/>
        </p:nvPicPr>
        <p:blipFill>
          <a:blip r:embed="rId3"/>
          <a:stretch>
            <a:fillRect/>
          </a:stretch>
        </p:blipFill>
        <p:spPr>
          <a:xfrm>
            <a:off x="2133600" y="3733800"/>
            <a:ext cx="9688682" cy="4060448"/>
          </a:xfrm>
          <a:prstGeom prst="rect">
            <a:avLst/>
          </a:prstGeom>
        </p:spPr>
      </p:pic>
      <p:sp>
        <p:nvSpPr>
          <p:cNvPr id="4" name="TextBox 3"/>
          <p:cNvSpPr txBox="1"/>
          <p:nvPr/>
        </p:nvSpPr>
        <p:spPr>
          <a:xfrm>
            <a:off x="304800" y="1670596"/>
            <a:ext cx="5257800" cy="2308324"/>
          </a:xfrm>
          <a:prstGeom prst="rect">
            <a:avLst/>
          </a:prstGeom>
          <a:noFill/>
          <a:ln>
            <a:solidFill>
              <a:schemeClr val="tx1"/>
            </a:solidFill>
            <a:prstDash val="dash"/>
          </a:ln>
        </p:spPr>
        <p:txBody>
          <a:bodyPr wrap="square" rtlCol="0">
            <a:spAutoFit/>
          </a:bodyPr>
          <a:lstStyle/>
          <a:p>
            <a:pPr marL="457200" indent="-457200">
              <a:buFont typeface="Arial" panose="020B0604020202020204" pitchFamily="34" charset="0"/>
              <a:buChar char="•"/>
            </a:pPr>
            <a:r>
              <a:rPr lang="en-IN" sz="2400" dirty="0"/>
              <a:t>transparent</a:t>
            </a:r>
          </a:p>
          <a:p>
            <a:r>
              <a:rPr lang="en-US" sz="2400" dirty="0"/>
              <a:t>to end users and applications </a:t>
            </a:r>
            <a:endParaRPr lang="en-US" sz="2400" dirty="0" smtClean="0"/>
          </a:p>
          <a:p>
            <a:pPr marL="457200" indent="-457200">
              <a:buFont typeface="Arial" panose="020B0604020202020204" pitchFamily="34" charset="0"/>
              <a:buChar char="•"/>
            </a:pPr>
            <a:r>
              <a:rPr lang="en-US" sz="2400" dirty="0" smtClean="0"/>
              <a:t> </a:t>
            </a:r>
            <a:r>
              <a:rPr lang="en-US" sz="2400" dirty="0"/>
              <a:t>provides a general-purpose solution.</a:t>
            </a:r>
          </a:p>
          <a:p>
            <a:pPr marL="457200" indent="-457200">
              <a:buFont typeface="Arial" panose="020B0604020202020204" pitchFamily="34" charset="0"/>
              <a:buChar char="•"/>
            </a:pPr>
            <a:r>
              <a:rPr lang="en-US" sz="2400" dirty="0" smtClean="0"/>
              <a:t>includes </a:t>
            </a:r>
            <a:r>
              <a:rPr lang="en-US" sz="2400" dirty="0"/>
              <a:t>a filtering capability so that only selected traffic need</a:t>
            </a:r>
          </a:p>
          <a:p>
            <a:r>
              <a:rPr lang="en-US" sz="2400" dirty="0"/>
              <a:t>incur the overhead of IPsec processing.</a:t>
            </a:r>
            <a:endParaRPr lang="en-IN" sz="2400" dirty="0"/>
          </a:p>
        </p:txBody>
      </p:sp>
      <p:cxnSp>
        <p:nvCxnSpPr>
          <p:cNvPr id="7" name="Straight Arrow Connector 6"/>
          <p:cNvCxnSpPr/>
          <p:nvPr/>
        </p:nvCxnSpPr>
        <p:spPr>
          <a:xfrm flipH="1" flipV="1">
            <a:off x="1676400" y="4191000"/>
            <a:ext cx="762000" cy="22860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9" name="TextBox 8"/>
          <p:cNvSpPr txBox="1"/>
          <p:nvPr/>
        </p:nvSpPr>
        <p:spPr>
          <a:xfrm>
            <a:off x="5715000" y="1371600"/>
            <a:ext cx="3810000" cy="2677656"/>
          </a:xfrm>
          <a:prstGeom prst="rect">
            <a:avLst/>
          </a:prstGeom>
          <a:noFill/>
          <a:ln>
            <a:solidFill>
              <a:schemeClr val="tx1"/>
            </a:solidFill>
            <a:prstDash val="dash"/>
          </a:ln>
        </p:spPr>
        <p:txBody>
          <a:bodyPr wrap="square" rtlCol="0">
            <a:spAutoFit/>
          </a:bodyPr>
          <a:lstStyle/>
          <a:p>
            <a:r>
              <a:rPr lang="en-US" sz="2400" dirty="0"/>
              <a:t>SSL and its successor TLS are key security protocols. They can be built into the protocol stack or included in applications like Web </a:t>
            </a:r>
            <a:r>
              <a:rPr lang="en-US" sz="2400" dirty="0" smtClean="0"/>
              <a:t>browsers</a:t>
            </a:r>
            <a:r>
              <a:rPr lang="en-US" sz="1800" dirty="0" smtClean="0"/>
              <a:t>(</a:t>
            </a:r>
            <a:r>
              <a:rPr lang="en-US" sz="1800" dirty="0" err="1" smtClean="0"/>
              <a:t>netscape,explorer</a:t>
            </a:r>
            <a:r>
              <a:rPr lang="en-US" sz="2400" dirty="0" smtClean="0"/>
              <a:t>) </a:t>
            </a:r>
            <a:r>
              <a:rPr lang="en-US" sz="2400" dirty="0"/>
              <a:t>and servers</a:t>
            </a:r>
            <a:endParaRPr lang="en-IN" sz="2400" dirty="0"/>
          </a:p>
        </p:txBody>
      </p:sp>
      <p:cxnSp>
        <p:nvCxnSpPr>
          <p:cNvPr id="10" name="Straight Arrow Connector 9"/>
          <p:cNvCxnSpPr>
            <a:endCxn id="9" idx="2"/>
          </p:cNvCxnSpPr>
          <p:nvPr/>
        </p:nvCxnSpPr>
        <p:spPr>
          <a:xfrm flipH="1" flipV="1">
            <a:off x="7620000" y="4049256"/>
            <a:ext cx="228600" cy="97994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3" name="TextBox 12"/>
          <p:cNvSpPr txBox="1"/>
          <p:nvPr/>
        </p:nvSpPr>
        <p:spPr>
          <a:xfrm>
            <a:off x="9982200" y="1447800"/>
            <a:ext cx="3886200" cy="1200329"/>
          </a:xfrm>
          <a:prstGeom prst="rect">
            <a:avLst/>
          </a:prstGeom>
          <a:noFill/>
          <a:ln>
            <a:solidFill>
              <a:schemeClr val="tx1"/>
            </a:solidFill>
            <a:prstDash val="sysDash"/>
          </a:ln>
        </p:spPr>
        <p:txBody>
          <a:bodyPr wrap="square" rtlCol="0">
            <a:spAutoFit/>
          </a:bodyPr>
          <a:lstStyle/>
          <a:p>
            <a:r>
              <a:rPr lang="en-US" sz="2400" dirty="0"/>
              <a:t>service can be tailored to the specific needs of a given application</a:t>
            </a:r>
            <a:endParaRPr lang="en-IN" sz="2400" dirty="0"/>
          </a:p>
        </p:txBody>
      </p:sp>
      <p:cxnSp>
        <p:nvCxnSpPr>
          <p:cNvPr id="14" name="Straight Arrow Connector 13"/>
          <p:cNvCxnSpPr/>
          <p:nvPr/>
        </p:nvCxnSpPr>
        <p:spPr>
          <a:xfrm flipV="1">
            <a:off x="10515600" y="3032224"/>
            <a:ext cx="228600" cy="132233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995657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US" b="1" dirty="0"/>
              <a:t>SECURE SOCKET LAYER AND TRANSPORT </a:t>
            </a:r>
            <a:r>
              <a:rPr lang="en-IN" b="1" dirty="0"/>
              <a:t>LAYER SECURITY</a:t>
            </a:r>
            <a:endParaRPr lang="en-IN" sz="36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90682" y="1001524"/>
            <a:ext cx="13106400" cy="892552"/>
          </a:xfrm>
          <a:prstGeom prst="rect">
            <a:avLst/>
          </a:prstGeom>
          <a:noFill/>
        </p:spPr>
        <p:txBody>
          <a:bodyPr wrap="square" rtlCol="0">
            <a:spAutoFit/>
          </a:bodyPr>
          <a:lstStyle/>
          <a:p>
            <a:r>
              <a:rPr lang="en-IN" dirty="0"/>
              <a:t>Netscape originated SSL</a:t>
            </a:r>
            <a:r>
              <a:rPr lang="en-IN" dirty="0" smtClean="0"/>
              <a:t>.</a:t>
            </a:r>
            <a:r>
              <a:rPr lang="en-US" dirty="0"/>
              <a:t> SSL is designed to make use of TCP to provide a reliable end-to-end secure service</a:t>
            </a:r>
            <a:endParaRPr lang="en-US" i="1" dirty="0" smtClean="0">
              <a:latin typeface="Times New Roman" panose="02020603050405020304" pitchFamily="18" charset="0"/>
              <a:cs typeface="Times New Roman" panose="02020603050405020304" pitchFamily="18" charset="0"/>
            </a:endParaRPr>
          </a:p>
        </p:txBody>
      </p:sp>
      <p:sp>
        <p:nvSpPr>
          <p:cNvPr id="2" name="TextBox 1"/>
          <p:cNvSpPr txBox="1"/>
          <p:nvPr/>
        </p:nvSpPr>
        <p:spPr>
          <a:xfrm>
            <a:off x="890682" y="1974311"/>
            <a:ext cx="7438836" cy="1292662"/>
          </a:xfrm>
          <a:prstGeom prst="rect">
            <a:avLst/>
          </a:prstGeom>
          <a:noFill/>
        </p:spPr>
        <p:txBody>
          <a:bodyPr wrap="square" rtlCol="0">
            <a:spAutoFit/>
          </a:bodyPr>
          <a:lstStyle/>
          <a:p>
            <a:r>
              <a:rPr lang="en-IN" b="1" dirty="0"/>
              <a:t>SSL </a:t>
            </a:r>
            <a:r>
              <a:rPr lang="en-IN" b="1" dirty="0" smtClean="0"/>
              <a:t>Architecture:</a:t>
            </a:r>
          </a:p>
          <a:p>
            <a:r>
              <a:rPr lang="en-US" dirty="0"/>
              <a:t>SSL is not a single protocol but rather two layers of protocols</a:t>
            </a:r>
            <a:endParaRPr lang="en-IN" dirty="0"/>
          </a:p>
        </p:txBody>
      </p:sp>
      <p:pic>
        <p:nvPicPr>
          <p:cNvPr id="4" name="Picture 3"/>
          <p:cNvPicPr>
            <a:picLocks noChangeAspect="1"/>
          </p:cNvPicPr>
          <p:nvPr/>
        </p:nvPicPr>
        <p:blipFill>
          <a:blip r:embed="rId3"/>
          <a:stretch>
            <a:fillRect/>
          </a:stretch>
        </p:blipFill>
        <p:spPr>
          <a:xfrm>
            <a:off x="4433982" y="4264801"/>
            <a:ext cx="5496479" cy="3466605"/>
          </a:xfrm>
          <a:prstGeom prst="rect">
            <a:avLst/>
          </a:prstGeom>
        </p:spPr>
      </p:pic>
      <p:sp>
        <p:nvSpPr>
          <p:cNvPr id="6" name="Rectangle 5"/>
          <p:cNvSpPr/>
          <p:nvPr/>
        </p:nvSpPr>
        <p:spPr>
          <a:xfrm>
            <a:off x="407648" y="5410200"/>
            <a:ext cx="3657600" cy="923330"/>
          </a:xfrm>
          <a:prstGeom prst="rect">
            <a:avLst/>
          </a:prstGeom>
        </p:spPr>
        <p:txBody>
          <a:bodyPr wrap="square">
            <a:spAutoFit/>
          </a:bodyPr>
          <a:lstStyle/>
          <a:p>
            <a:r>
              <a:rPr lang="en-US" sz="1800" dirty="0" smtClean="0">
                <a:latin typeface="TimesTen-Roman"/>
              </a:rPr>
              <a:t>provides basic security services to various higher layer</a:t>
            </a:r>
          </a:p>
          <a:p>
            <a:r>
              <a:rPr lang="en-IN" sz="1800" dirty="0" smtClean="0">
                <a:latin typeface="TimesTen-Roman"/>
              </a:rPr>
              <a:t>protocols</a:t>
            </a:r>
            <a:endParaRPr lang="en-IN" sz="1800" dirty="0"/>
          </a:p>
        </p:txBody>
      </p:sp>
      <p:sp>
        <p:nvSpPr>
          <p:cNvPr id="7" name="Rectangle 6"/>
          <p:cNvSpPr/>
          <p:nvPr/>
        </p:nvSpPr>
        <p:spPr>
          <a:xfrm>
            <a:off x="10667930" y="4565807"/>
            <a:ext cx="3613001" cy="1015663"/>
          </a:xfrm>
          <a:prstGeom prst="rect">
            <a:avLst/>
          </a:prstGeom>
        </p:spPr>
        <p:txBody>
          <a:bodyPr wrap="square">
            <a:spAutoFit/>
          </a:bodyPr>
          <a:lstStyle/>
          <a:p>
            <a:r>
              <a:rPr lang="en-IN" sz="2000" dirty="0" smtClean="0">
                <a:latin typeface="TimesTen-Roman"/>
              </a:rPr>
              <a:t>provides</a:t>
            </a:r>
          </a:p>
          <a:p>
            <a:r>
              <a:rPr lang="en-US" sz="2000" dirty="0" smtClean="0">
                <a:latin typeface="TimesTen-Roman"/>
              </a:rPr>
              <a:t>the transfer service for Web client/server interaction</a:t>
            </a:r>
            <a:endParaRPr lang="en-IN" sz="2000" dirty="0"/>
          </a:p>
        </p:txBody>
      </p:sp>
      <p:sp>
        <p:nvSpPr>
          <p:cNvPr id="8" name="Rectangle 7"/>
          <p:cNvSpPr/>
          <p:nvPr/>
        </p:nvSpPr>
        <p:spPr>
          <a:xfrm>
            <a:off x="9067800" y="2568222"/>
            <a:ext cx="2837759" cy="1200329"/>
          </a:xfrm>
          <a:prstGeom prst="rect">
            <a:avLst/>
          </a:prstGeom>
        </p:spPr>
        <p:txBody>
          <a:bodyPr wrap="square">
            <a:spAutoFit/>
          </a:bodyPr>
          <a:lstStyle/>
          <a:p>
            <a:r>
              <a:rPr lang="en-IN" sz="1800" dirty="0" err="1">
                <a:latin typeface="TimesTen-Roman"/>
              </a:rPr>
              <a:t>SSLspecific</a:t>
            </a:r>
            <a:endParaRPr lang="en-IN" sz="1800" dirty="0">
              <a:latin typeface="TimesTen-Roman"/>
            </a:endParaRPr>
          </a:p>
          <a:p>
            <a:r>
              <a:rPr lang="en-US" sz="1800" dirty="0">
                <a:latin typeface="TimesTen-Roman"/>
              </a:rPr>
              <a:t>protocols are used in the management of SSL exchanges</a:t>
            </a:r>
            <a:endParaRPr lang="en-IN" sz="1800" dirty="0">
              <a:latin typeface="TimesTen-Roman"/>
            </a:endParaRPr>
          </a:p>
        </p:txBody>
      </p:sp>
      <p:cxnSp>
        <p:nvCxnSpPr>
          <p:cNvPr id="10" name="Straight Arrow Connector 9"/>
          <p:cNvCxnSpPr/>
          <p:nvPr/>
        </p:nvCxnSpPr>
        <p:spPr>
          <a:xfrm flipV="1">
            <a:off x="7422861" y="3330035"/>
            <a:ext cx="1600200" cy="470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4170160" y="5581470"/>
            <a:ext cx="527644" cy="134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9130361" y="4969724"/>
            <a:ext cx="1356318" cy="66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ight Brace 14"/>
          <p:cNvSpPr/>
          <p:nvPr/>
        </p:nvSpPr>
        <p:spPr>
          <a:xfrm rot="16200000">
            <a:off x="6484325" y="2146191"/>
            <a:ext cx="228407" cy="37193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20061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IN" b="1" dirty="0"/>
              <a:t>SSL </a:t>
            </a:r>
            <a:r>
              <a:rPr lang="en-IN" b="1" dirty="0" smtClean="0"/>
              <a:t>Architecture</a:t>
            </a:r>
            <a:endParaRPr lang="en-IN" b="1" dirty="0"/>
          </a:p>
        </p:txBody>
      </p:sp>
      <p:sp>
        <p:nvSpPr>
          <p:cNvPr id="3" name="TextBox 2"/>
          <p:cNvSpPr txBox="1"/>
          <p:nvPr/>
        </p:nvSpPr>
        <p:spPr>
          <a:xfrm>
            <a:off x="3200400" y="2286000"/>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2" name="Rectangle 1"/>
          <p:cNvSpPr/>
          <p:nvPr/>
        </p:nvSpPr>
        <p:spPr>
          <a:xfrm>
            <a:off x="914400" y="1201578"/>
            <a:ext cx="13411200" cy="923330"/>
          </a:xfrm>
          <a:prstGeom prst="rect">
            <a:avLst/>
          </a:prstGeom>
        </p:spPr>
        <p:txBody>
          <a:bodyPr wrap="square">
            <a:spAutoFit/>
          </a:bodyPr>
          <a:lstStyle/>
          <a:p>
            <a:r>
              <a:rPr lang="en-US" dirty="0" smtClean="0"/>
              <a:t>Two important SSL concepts are the SSL session and the SSL connection </a:t>
            </a:r>
            <a:r>
              <a:rPr lang="en-US" dirty="0" smtClean="0">
                <a:sym typeface="Wingdings" panose="05000000000000000000" pitchFamily="2" charset="2"/>
              </a:rPr>
              <a:t> </a:t>
            </a:r>
            <a:r>
              <a:rPr lang="en-IN" b="1" dirty="0"/>
              <a:t>Connection</a:t>
            </a:r>
            <a:r>
              <a:rPr lang="en-IN" sz="2800" b="1" dirty="0">
                <a:latin typeface="TimesTen-Bold"/>
              </a:rPr>
              <a:t>,</a:t>
            </a:r>
            <a:r>
              <a:rPr lang="en-IN" b="1" dirty="0"/>
              <a:t> Session</a:t>
            </a:r>
            <a:endParaRPr lang="en-IN" dirty="0"/>
          </a:p>
          <a:p>
            <a:endParaRPr lang="en-IN" dirty="0"/>
          </a:p>
        </p:txBody>
      </p:sp>
      <p:sp>
        <p:nvSpPr>
          <p:cNvPr id="7" name="TextBox 6"/>
          <p:cNvSpPr txBox="1"/>
          <p:nvPr/>
        </p:nvSpPr>
        <p:spPr>
          <a:xfrm>
            <a:off x="714564" y="2286000"/>
            <a:ext cx="13611036" cy="892552"/>
          </a:xfrm>
          <a:prstGeom prst="rect">
            <a:avLst/>
          </a:prstGeom>
          <a:noFill/>
        </p:spPr>
        <p:txBody>
          <a:bodyPr wrap="square" rtlCol="0">
            <a:spAutoFit/>
          </a:bodyPr>
          <a:lstStyle/>
          <a:p>
            <a:r>
              <a:rPr lang="en-US" b="1" dirty="0" smtClean="0"/>
              <a:t>Connection</a:t>
            </a:r>
            <a:r>
              <a:rPr lang="en-US" dirty="0" smtClean="0"/>
              <a:t> : </a:t>
            </a:r>
            <a:r>
              <a:rPr lang="en-US" dirty="0"/>
              <a:t>A connection is </a:t>
            </a:r>
            <a:r>
              <a:rPr lang="en-US" i="1" dirty="0"/>
              <a:t>a </a:t>
            </a:r>
            <a:r>
              <a:rPr lang="en-US" i="1" dirty="0" smtClean="0"/>
              <a:t>transport </a:t>
            </a:r>
            <a:r>
              <a:rPr lang="en-US" dirty="0" smtClean="0"/>
              <a:t>.</a:t>
            </a:r>
            <a:r>
              <a:rPr lang="en-IN" dirty="0"/>
              <a:t> connections </a:t>
            </a:r>
            <a:r>
              <a:rPr lang="en-IN" dirty="0" smtClean="0"/>
              <a:t>are </a:t>
            </a:r>
            <a:r>
              <a:rPr lang="en-US" dirty="0" smtClean="0"/>
              <a:t>peer-to-peer </a:t>
            </a:r>
            <a:r>
              <a:rPr lang="en-US" dirty="0"/>
              <a:t>relationships. </a:t>
            </a:r>
            <a:r>
              <a:rPr lang="en-US" dirty="0" smtClean="0"/>
              <a:t>The connections </a:t>
            </a:r>
            <a:r>
              <a:rPr lang="en-US" dirty="0"/>
              <a:t>are transient. Every connection </a:t>
            </a:r>
            <a:r>
              <a:rPr lang="en-US" dirty="0" smtClean="0"/>
              <a:t>is </a:t>
            </a:r>
            <a:r>
              <a:rPr lang="en-IN" dirty="0" smtClean="0"/>
              <a:t>associated </a:t>
            </a:r>
            <a:r>
              <a:rPr lang="en-IN" dirty="0"/>
              <a:t>with one session.</a:t>
            </a:r>
          </a:p>
        </p:txBody>
      </p:sp>
      <p:sp>
        <p:nvSpPr>
          <p:cNvPr id="8" name="Rectangle 7"/>
          <p:cNvSpPr/>
          <p:nvPr/>
        </p:nvSpPr>
        <p:spPr>
          <a:xfrm>
            <a:off x="714564" y="3339645"/>
            <a:ext cx="13458636" cy="892552"/>
          </a:xfrm>
          <a:prstGeom prst="rect">
            <a:avLst/>
          </a:prstGeom>
        </p:spPr>
        <p:txBody>
          <a:bodyPr wrap="square">
            <a:spAutoFit/>
          </a:bodyPr>
          <a:lstStyle/>
          <a:p>
            <a:r>
              <a:rPr lang="en-US" b="1" dirty="0"/>
              <a:t>Session</a:t>
            </a:r>
            <a:r>
              <a:rPr lang="en-US" dirty="0"/>
              <a:t>: An SSL session is </a:t>
            </a:r>
            <a:r>
              <a:rPr lang="en-US" i="1" dirty="0"/>
              <a:t>an association </a:t>
            </a:r>
            <a:r>
              <a:rPr lang="en-US" dirty="0"/>
              <a:t>between a client and a server. </a:t>
            </a:r>
            <a:r>
              <a:rPr lang="en-US" dirty="0" smtClean="0"/>
              <a:t>Sessions are </a:t>
            </a:r>
            <a:r>
              <a:rPr lang="en-US" dirty="0"/>
              <a:t>created by the Handshake Protocol</a:t>
            </a:r>
            <a:endParaRPr lang="en-IN" dirty="0"/>
          </a:p>
        </p:txBody>
      </p:sp>
      <p:sp>
        <p:nvSpPr>
          <p:cNvPr id="9" name="Rectangle 8"/>
          <p:cNvSpPr/>
          <p:nvPr/>
        </p:nvSpPr>
        <p:spPr>
          <a:xfrm>
            <a:off x="714564" y="4311817"/>
            <a:ext cx="13611036" cy="2893100"/>
          </a:xfrm>
          <a:prstGeom prst="rect">
            <a:avLst/>
          </a:prstGeom>
        </p:spPr>
        <p:txBody>
          <a:bodyPr wrap="square">
            <a:spAutoFit/>
          </a:bodyPr>
          <a:lstStyle/>
          <a:p>
            <a:pPr marL="457200" indent="-457200">
              <a:buFont typeface="Arial" panose="020B0604020202020204" pitchFamily="34" charset="0"/>
              <a:buChar char="•"/>
            </a:pPr>
            <a:r>
              <a:rPr lang="en-US" dirty="0"/>
              <a:t>Between any pair of parties (applications such as HTTP on client and server</a:t>
            </a:r>
            <a:r>
              <a:rPr lang="en-US" dirty="0" smtClean="0"/>
              <a:t>),there </a:t>
            </a:r>
            <a:r>
              <a:rPr lang="en-US" dirty="0"/>
              <a:t>may be </a:t>
            </a:r>
            <a:r>
              <a:rPr lang="en-US" i="1" dirty="0"/>
              <a:t>multiple secure </a:t>
            </a:r>
            <a:r>
              <a:rPr lang="en-US" i="1" dirty="0" smtClean="0"/>
              <a:t>connections</a:t>
            </a:r>
            <a:r>
              <a:rPr lang="en-US" dirty="0" smtClean="0"/>
              <a:t>.</a:t>
            </a:r>
          </a:p>
          <a:p>
            <a:pPr marL="457200" indent="-457200">
              <a:buFont typeface="Arial" panose="020B0604020202020204" pitchFamily="34" charset="0"/>
              <a:buChar char="•"/>
            </a:pPr>
            <a:r>
              <a:rPr lang="en-US" dirty="0"/>
              <a:t>There are a </a:t>
            </a:r>
            <a:r>
              <a:rPr lang="en-US" i="1" dirty="0"/>
              <a:t>number of states</a:t>
            </a:r>
            <a:r>
              <a:rPr lang="en-US" dirty="0"/>
              <a:t> associated with each session</a:t>
            </a:r>
            <a:r>
              <a:rPr lang="en-US" dirty="0" smtClean="0"/>
              <a:t>.</a:t>
            </a:r>
          </a:p>
          <a:p>
            <a:pPr marL="457200" indent="-457200">
              <a:buFont typeface="Arial" panose="020B0604020202020204" pitchFamily="34" charset="0"/>
              <a:buChar char="•"/>
            </a:pPr>
            <a:r>
              <a:rPr lang="en-IN" dirty="0"/>
              <a:t>Once a session </a:t>
            </a:r>
            <a:r>
              <a:rPr lang="en-IN" dirty="0" smtClean="0"/>
              <a:t>is </a:t>
            </a:r>
            <a:r>
              <a:rPr lang="en-US" dirty="0" smtClean="0"/>
              <a:t>established</a:t>
            </a:r>
            <a:r>
              <a:rPr lang="en-US" dirty="0"/>
              <a:t>, there is a current operating state for both read and </a:t>
            </a:r>
            <a:r>
              <a:rPr lang="en-US" dirty="0" smtClean="0"/>
              <a:t>write</a:t>
            </a:r>
          </a:p>
          <a:p>
            <a:pPr marL="457200" indent="-457200">
              <a:buFont typeface="Arial" panose="020B0604020202020204" pitchFamily="34" charset="0"/>
              <a:buChar char="•"/>
            </a:pPr>
            <a:r>
              <a:rPr lang="en-US" dirty="0"/>
              <a:t>In addition, during the Handshake Protocol, pending read and </a:t>
            </a:r>
            <a:r>
              <a:rPr lang="en-US" dirty="0" smtClean="0"/>
              <a:t>write </a:t>
            </a:r>
            <a:r>
              <a:rPr lang="en-IN" dirty="0" smtClean="0"/>
              <a:t>states </a:t>
            </a:r>
            <a:r>
              <a:rPr lang="en-IN" dirty="0"/>
              <a:t>are </a:t>
            </a:r>
            <a:r>
              <a:rPr lang="en-IN" dirty="0" smtClean="0"/>
              <a:t>created</a:t>
            </a:r>
          </a:p>
          <a:p>
            <a:r>
              <a:rPr lang="en-US" dirty="0"/>
              <a:t>Upon successful conclusion of the Handshake Protocol, </a:t>
            </a:r>
            <a:r>
              <a:rPr lang="en-US" dirty="0" smtClean="0"/>
              <a:t>the pending </a:t>
            </a:r>
            <a:r>
              <a:rPr lang="en-US" dirty="0"/>
              <a:t>states become the current states</a:t>
            </a:r>
            <a:endParaRPr lang="en-IN" dirty="0"/>
          </a:p>
        </p:txBody>
      </p:sp>
    </p:spTree>
    <p:extLst>
      <p:ext uri="{BB962C8B-B14F-4D97-AF65-F5344CB8AC3E}">
        <p14:creationId xmlns:p14="http://schemas.microsoft.com/office/powerpoint/2010/main" val="7851284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IN" b="1" dirty="0"/>
              <a:t>SSL </a:t>
            </a:r>
            <a:r>
              <a:rPr lang="en-IN" b="1" dirty="0" smtClean="0"/>
              <a:t>Architecture</a:t>
            </a:r>
            <a:endParaRPr lang="en-IN" b="1" dirty="0"/>
          </a:p>
        </p:txBody>
      </p:sp>
      <p:sp>
        <p:nvSpPr>
          <p:cNvPr id="3" name="TextBox 2"/>
          <p:cNvSpPr txBox="1"/>
          <p:nvPr/>
        </p:nvSpPr>
        <p:spPr>
          <a:xfrm>
            <a:off x="3200400" y="2286000"/>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914400" y="1580743"/>
            <a:ext cx="10668000" cy="523220"/>
          </a:xfrm>
          <a:prstGeom prst="rect">
            <a:avLst/>
          </a:prstGeom>
        </p:spPr>
        <p:txBody>
          <a:bodyPr wrap="square">
            <a:spAutoFit/>
          </a:bodyPr>
          <a:lstStyle/>
          <a:p>
            <a:r>
              <a:rPr lang="en-US" sz="2800" dirty="0">
                <a:latin typeface="TimesTen-Roman"/>
              </a:rPr>
              <a:t>A session state is defined by the following parameters.</a:t>
            </a:r>
            <a:endParaRPr lang="en-IN" dirty="0"/>
          </a:p>
        </p:txBody>
      </p:sp>
      <p:pic>
        <p:nvPicPr>
          <p:cNvPr id="6" name="Picture 5"/>
          <p:cNvPicPr>
            <a:picLocks noChangeAspect="1"/>
          </p:cNvPicPr>
          <p:nvPr/>
        </p:nvPicPr>
        <p:blipFill>
          <a:blip r:embed="rId3"/>
          <a:stretch>
            <a:fillRect/>
          </a:stretch>
        </p:blipFill>
        <p:spPr>
          <a:xfrm>
            <a:off x="1447800" y="2114473"/>
            <a:ext cx="11464170" cy="5460694"/>
          </a:xfrm>
          <a:prstGeom prst="rect">
            <a:avLst/>
          </a:prstGeom>
        </p:spPr>
      </p:pic>
    </p:spTree>
    <p:extLst>
      <p:ext uri="{BB962C8B-B14F-4D97-AF65-F5344CB8AC3E}">
        <p14:creationId xmlns:p14="http://schemas.microsoft.com/office/powerpoint/2010/main" val="2279852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IN" b="1" dirty="0"/>
              <a:t>SSL </a:t>
            </a:r>
            <a:r>
              <a:rPr lang="en-IN" b="1" dirty="0" smtClean="0"/>
              <a:t>Architecture</a:t>
            </a:r>
            <a:endParaRPr lang="en-IN" b="1" dirty="0"/>
          </a:p>
        </p:txBody>
      </p:sp>
      <p:sp>
        <p:nvSpPr>
          <p:cNvPr id="3" name="TextBox 2"/>
          <p:cNvSpPr txBox="1"/>
          <p:nvPr/>
        </p:nvSpPr>
        <p:spPr>
          <a:xfrm>
            <a:off x="3200400" y="2286000"/>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914400" y="1094076"/>
            <a:ext cx="10668000" cy="492443"/>
          </a:xfrm>
          <a:prstGeom prst="rect">
            <a:avLst/>
          </a:prstGeom>
        </p:spPr>
        <p:txBody>
          <a:bodyPr wrap="square">
            <a:spAutoFit/>
          </a:bodyPr>
          <a:lstStyle/>
          <a:p>
            <a:r>
              <a:rPr lang="en-US" dirty="0"/>
              <a:t>A connection state is defined by the following parameters.</a:t>
            </a:r>
            <a:endParaRPr lang="en-IN" dirty="0"/>
          </a:p>
        </p:txBody>
      </p:sp>
      <p:pic>
        <p:nvPicPr>
          <p:cNvPr id="2" name="Picture 1"/>
          <p:cNvPicPr>
            <a:picLocks noChangeAspect="1"/>
          </p:cNvPicPr>
          <p:nvPr/>
        </p:nvPicPr>
        <p:blipFill>
          <a:blip r:embed="rId3"/>
          <a:stretch>
            <a:fillRect/>
          </a:stretch>
        </p:blipFill>
        <p:spPr>
          <a:xfrm>
            <a:off x="1295400" y="1586519"/>
            <a:ext cx="12268200" cy="6477428"/>
          </a:xfrm>
          <a:prstGeom prst="rect">
            <a:avLst/>
          </a:prstGeom>
        </p:spPr>
      </p:pic>
    </p:spTree>
    <p:extLst>
      <p:ext uri="{BB962C8B-B14F-4D97-AF65-F5344CB8AC3E}">
        <p14:creationId xmlns:p14="http://schemas.microsoft.com/office/powerpoint/2010/main" val="23027456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IN" b="1" dirty="0"/>
              <a:t>SSL Record Protocol</a:t>
            </a:r>
            <a:endParaRPr lang="en-IN" sz="36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38200" y="1418896"/>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2" name="Rectangle 1"/>
          <p:cNvSpPr/>
          <p:nvPr/>
        </p:nvSpPr>
        <p:spPr>
          <a:xfrm>
            <a:off x="943164" y="1295400"/>
            <a:ext cx="13230036" cy="1938992"/>
          </a:xfrm>
          <a:prstGeom prst="rect">
            <a:avLst/>
          </a:prstGeom>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The SSL Record Protocol provides two services for SSL connections:</a:t>
            </a:r>
          </a:p>
          <a:p>
            <a:r>
              <a:rPr lang="en-US" sz="2400" dirty="0">
                <a:solidFill>
                  <a:srgbClr val="80808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Confidentiality: </a:t>
            </a:r>
            <a:r>
              <a:rPr lang="en-US" sz="2400" dirty="0">
                <a:solidFill>
                  <a:srgbClr val="000000"/>
                </a:solidFill>
                <a:latin typeface="Times New Roman" panose="02020603050405020304" pitchFamily="18" charset="0"/>
                <a:cs typeface="Times New Roman" panose="02020603050405020304" pitchFamily="18" charset="0"/>
              </a:rPr>
              <a:t>The Handshake Protocol defines a shared secret key that </a:t>
            </a:r>
            <a:r>
              <a:rPr lang="en-US" sz="2400" dirty="0" smtClean="0">
                <a:solidFill>
                  <a:srgbClr val="000000"/>
                </a:solidFill>
                <a:latin typeface="Times New Roman" panose="02020603050405020304" pitchFamily="18" charset="0"/>
                <a:cs typeface="Times New Roman" panose="02020603050405020304" pitchFamily="18" charset="0"/>
              </a:rPr>
              <a:t>is used </a:t>
            </a:r>
            <a:r>
              <a:rPr lang="en-US" sz="2400" dirty="0">
                <a:solidFill>
                  <a:srgbClr val="000000"/>
                </a:solidFill>
                <a:latin typeface="Times New Roman" panose="02020603050405020304" pitchFamily="18" charset="0"/>
                <a:cs typeface="Times New Roman" panose="02020603050405020304" pitchFamily="18" charset="0"/>
              </a:rPr>
              <a:t>for conventional encryption of SSL payloads.</a:t>
            </a:r>
          </a:p>
          <a:p>
            <a:r>
              <a:rPr lang="en-US" sz="2400" dirty="0">
                <a:solidFill>
                  <a:srgbClr val="80808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Message Integrity: </a:t>
            </a:r>
            <a:r>
              <a:rPr lang="en-US" sz="2400" dirty="0">
                <a:solidFill>
                  <a:srgbClr val="000000"/>
                </a:solidFill>
                <a:latin typeface="Times New Roman" panose="02020603050405020304" pitchFamily="18" charset="0"/>
                <a:cs typeface="Times New Roman" panose="02020603050405020304" pitchFamily="18" charset="0"/>
              </a:rPr>
              <a:t>The Handshake Protocol also defines a shared secret </a:t>
            </a:r>
            <a:r>
              <a:rPr lang="en-US" sz="2400" dirty="0" smtClean="0">
                <a:solidFill>
                  <a:srgbClr val="000000"/>
                </a:solidFill>
                <a:latin typeface="Times New Roman" panose="02020603050405020304" pitchFamily="18" charset="0"/>
                <a:cs typeface="Times New Roman" panose="02020603050405020304" pitchFamily="18" charset="0"/>
              </a:rPr>
              <a:t>key that </a:t>
            </a:r>
            <a:r>
              <a:rPr lang="en-US" sz="2400" dirty="0">
                <a:solidFill>
                  <a:srgbClr val="000000"/>
                </a:solidFill>
                <a:latin typeface="Times New Roman" panose="02020603050405020304" pitchFamily="18" charset="0"/>
                <a:cs typeface="Times New Roman" panose="02020603050405020304" pitchFamily="18" charset="0"/>
              </a:rPr>
              <a:t>is used to form a message authentication code (MAC).</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6193220" y="2881250"/>
            <a:ext cx="7979979" cy="5076312"/>
          </a:xfrm>
          <a:prstGeom prst="rect">
            <a:avLst/>
          </a:prstGeom>
        </p:spPr>
      </p:pic>
      <p:sp>
        <p:nvSpPr>
          <p:cNvPr id="6" name="Rectangle 5"/>
          <p:cNvSpPr/>
          <p:nvPr/>
        </p:nvSpPr>
        <p:spPr>
          <a:xfrm>
            <a:off x="4132277" y="3853190"/>
            <a:ext cx="1582723" cy="1200329"/>
          </a:xfrm>
          <a:prstGeom prst="rect">
            <a:avLst/>
          </a:prstGeom>
        </p:spPr>
        <p:txBody>
          <a:bodyPr wrap="square">
            <a:spAutoFit/>
          </a:bodyPr>
          <a:lstStyle/>
          <a:p>
            <a:r>
              <a:rPr lang="en-US" sz="1800" dirty="0">
                <a:latin typeface="TimesTen-Roman"/>
              </a:rPr>
              <a:t>blocks of </a:t>
            </a:r>
            <a:r>
              <a:rPr lang="en-US" sz="1800" dirty="0" smtClean="0">
                <a:latin typeface="TimesTen-Roman"/>
              </a:rPr>
              <a:t>2^14 bytes </a:t>
            </a:r>
            <a:r>
              <a:rPr lang="en-US" sz="1800" dirty="0">
                <a:latin typeface="TimesTen-Roman"/>
              </a:rPr>
              <a:t>(16384 bytes) or less</a:t>
            </a:r>
            <a:endParaRPr lang="en-IN" sz="1800" dirty="0"/>
          </a:p>
        </p:txBody>
      </p:sp>
      <p:cxnSp>
        <p:nvCxnSpPr>
          <p:cNvPr id="8" name="Straight Arrow Connector 7"/>
          <p:cNvCxnSpPr/>
          <p:nvPr/>
        </p:nvCxnSpPr>
        <p:spPr>
          <a:xfrm flipH="1" flipV="1">
            <a:off x="5562600" y="4038600"/>
            <a:ext cx="25146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10349967" y="4731634"/>
            <a:ext cx="2167004" cy="584775"/>
          </a:xfrm>
          <a:prstGeom prst="rect">
            <a:avLst/>
          </a:prstGeom>
          <a:ln w="6350">
            <a:solidFill>
              <a:schemeClr val="tx1"/>
            </a:solidFill>
          </a:ln>
        </p:spPr>
        <p:txBody>
          <a:bodyPr wrap="square">
            <a:spAutoFit/>
          </a:bodyPr>
          <a:lstStyle/>
          <a:p>
            <a:r>
              <a:rPr lang="en-IN" sz="1600" dirty="0">
                <a:latin typeface="TimesTen-Roman"/>
              </a:rPr>
              <a:t>Compression must be lossless</a:t>
            </a:r>
            <a:endParaRPr lang="en-IN" sz="1600" dirty="0"/>
          </a:p>
        </p:txBody>
      </p:sp>
      <p:cxnSp>
        <p:nvCxnSpPr>
          <p:cNvPr id="11" name="Straight Arrow Connector 10"/>
          <p:cNvCxnSpPr/>
          <p:nvPr/>
        </p:nvCxnSpPr>
        <p:spPr>
          <a:xfrm>
            <a:off x="8673567" y="4779559"/>
            <a:ext cx="1676400" cy="244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a:stretch>
            <a:fillRect/>
          </a:stretch>
        </p:blipFill>
        <p:spPr>
          <a:xfrm>
            <a:off x="296455" y="6781800"/>
            <a:ext cx="5668166" cy="1009791"/>
          </a:xfrm>
          <a:prstGeom prst="rect">
            <a:avLst/>
          </a:prstGeom>
          <a:ln w="6350">
            <a:solidFill>
              <a:schemeClr val="tx1"/>
            </a:solidFill>
          </a:ln>
        </p:spPr>
      </p:pic>
      <p:cxnSp>
        <p:nvCxnSpPr>
          <p:cNvPr id="14" name="Straight Arrow Connector 13"/>
          <p:cNvCxnSpPr/>
          <p:nvPr/>
        </p:nvCxnSpPr>
        <p:spPr>
          <a:xfrm flipH="1">
            <a:off x="4953000" y="5760984"/>
            <a:ext cx="4495800" cy="957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1582400" y="5344007"/>
            <a:ext cx="2498506" cy="2554545"/>
          </a:xfrm>
          <a:prstGeom prst="rect">
            <a:avLst/>
          </a:prstGeom>
          <a:ln w="6350">
            <a:solidFill>
              <a:schemeClr val="tx1"/>
            </a:solidFill>
          </a:ln>
        </p:spPr>
        <p:txBody>
          <a:bodyPr wrap="square">
            <a:spAutoFit/>
          </a:bodyPr>
          <a:lstStyle/>
          <a:p>
            <a:r>
              <a:rPr lang="en-US" sz="1600" dirty="0">
                <a:latin typeface="TimesTen-Roman"/>
              </a:rPr>
              <a:t>For </a:t>
            </a:r>
            <a:r>
              <a:rPr lang="en-US" sz="1600" b="1" dirty="0">
                <a:latin typeface="TimesTen-Roman"/>
              </a:rPr>
              <a:t>stream encryption</a:t>
            </a:r>
            <a:r>
              <a:rPr lang="en-US" sz="1600" dirty="0">
                <a:latin typeface="TimesTen-Roman"/>
              </a:rPr>
              <a:t>, the compressed message plus the MAC are </a:t>
            </a:r>
            <a:r>
              <a:rPr lang="en-US" sz="1600" dirty="0" smtClean="0">
                <a:latin typeface="TimesTen-Roman"/>
              </a:rPr>
              <a:t>encrypted(RC4-40 ,RC4128)</a:t>
            </a:r>
          </a:p>
          <a:p>
            <a:r>
              <a:rPr lang="en-US" sz="1600" dirty="0">
                <a:latin typeface="TimesTen-Roman"/>
              </a:rPr>
              <a:t>For </a:t>
            </a:r>
            <a:r>
              <a:rPr lang="en-US" sz="1600" b="1" dirty="0">
                <a:latin typeface="TimesTen-Roman"/>
              </a:rPr>
              <a:t>block encryption</a:t>
            </a:r>
            <a:r>
              <a:rPr lang="en-US" sz="1600" dirty="0">
                <a:latin typeface="TimesTen-Roman"/>
              </a:rPr>
              <a:t>, padding may be added after the MAC prior to encryption</a:t>
            </a:r>
            <a:r>
              <a:rPr lang="en-US" sz="1600" dirty="0" smtClean="0">
                <a:latin typeface="TimesTen-Roman"/>
              </a:rPr>
              <a:t>.(AES,IDEA,DES,3DES)</a:t>
            </a:r>
            <a:endParaRPr lang="en-IN" sz="1600" dirty="0">
              <a:latin typeface="TimesTen-Roman"/>
            </a:endParaRPr>
          </a:p>
        </p:txBody>
      </p:sp>
      <p:cxnSp>
        <p:nvCxnSpPr>
          <p:cNvPr id="17" name="Straight Arrow Connector 16"/>
          <p:cNvCxnSpPr/>
          <p:nvPr/>
        </p:nvCxnSpPr>
        <p:spPr>
          <a:xfrm>
            <a:off x="9517022" y="6473605"/>
            <a:ext cx="1916447" cy="244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370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458636" cy="998815"/>
          </a:xfrm>
        </p:spPr>
        <p:txBody>
          <a:bodyPr/>
          <a:lstStyle/>
          <a:p>
            <a:r>
              <a:rPr lang="en-IN" b="1" dirty="0"/>
              <a:t>SSL Record Protocol</a:t>
            </a:r>
            <a:endParaRPr lang="en-IN" sz="36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38200" y="1418896"/>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6019799" y="947007"/>
            <a:ext cx="6417431" cy="3044138"/>
          </a:xfrm>
          <a:prstGeom prst="rect">
            <a:avLst/>
          </a:prstGeom>
        </p:spPr>
      </p:pic>
      <p:pic>
        <p:nvPicPr>
          <p:cNvPr id="4" name="Picture 3"/>
          <p:cNvPicPr>
            <a:picLocks noChangeAspect="1"/>
          </p:cNvPicPr>
          <p:nvPr/>
        </p:nvPicPr>
        <p:blipFill>
          <a:blip r:embed="rId4"/>
          <a:stretch>
            <a:fillRect/>
          </a:stretch>
        </p:blipFill>
        <p:spPr>
          <a:xfrm>
            <a:off x="4500655" y="4800600"/>
            <a:ext cx="9202917" cy="2514600"/>
          </a:xfrm>
          <a:prstGeom prst="rect">
            <a:avLst/>
          </a:prstGeom>
        </p:spPr>
      </p:pic>
      <p:pic>
        <p:nvPicPr>
          <p:cNvPr id="6" name="Picture 5"/>
          <p:cNvPicPr>
            <a:picLocks noChangeAspect="1"/>
          </p:cNvPicPr>
          <p:nvPr/>
        </p:nvPicPr>
        <p:blipFill>
          <a:blip r:embed="rId5"/>
          <a:stretch>
            <a:fillRect/>
          </a:stretch>
        </p:blipFill>
        <p:spPr>
          <a:xfrm>
            <a:off x="-152400" y="4038600"/>
            <a:ext cx="4626731" cy="3958954"/>
          </a:xfrm>
          <a:prstGeom prst="rect">
            <a:avLst/>
          </a:prstGeom>
        </p:spPr>
      </p:pic>
    </p:spTree>
    <p:extLst>
      <p:ext uri="{BB962C8B-B14F-4D97-AF65-F5344CB8AC3E}">
        <p14:creationId xmlns:p14="http://schemas.microsoft.com/office/powerpoint/2010/main" val="20539897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838200" y="1418896"/>
            <a:ext cx="13563600" cy="492443"/>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533400" y="1488353"/>
            <a:ext cx="13258800" cy="923330"/>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SSL Record Protocol </a:t>
            </a:r>
            <a:r>
              <a:rPr lang="en-US" dirty="0" smtClean="0">
                <a:latin typeface="Times New Roman" panose="02020603050405020304" pitchFamily="18" charset="0"/>
                <a:cs typeface="Times New Roman" panose="02020603050405020304" pitchFamily="18" charset="0"/>
              </a:rPr>
              <a:t>content </a:t>
            </a:r>
            <a:r>
              <a:rPr lang="en-US" dirty="0">
                <a:latin typeface="Times New Roman" panose="02020603050405020304" pitchFamily="18" charset="0"/>
                <a:cs typeface="Times New Roman" panose="02020603050405020304" pitchFamily="18" charset="0"/>
              </a:rPr>
              <a:t>types that have been defined are </a:t>
            </a:r>
            <a:r>
              <a:rPr lang="en-US" dirty="0" err="1">
                <a:latin typeface="Times New Roman" panose="02020603050405020304" pitchFamily="18" charset="0"/>
                <a:cs typeface="Times New Roman" panose="02020603050405020304" pitchFamily="18" charset="0"/>
              </a:rPr>
              <a:t>change_cipher_spec</a:t>
            </a:r>
            <a:r>
              <a:rPr lang="en-US" dirty="0" smtClean="0">
                <a:latin typeface="Times New Roman" panose="02020603050405020304" pitchFamily="18" charset="0"/>
                <a:cs typeface="Times New Roman" panose="02020603050405020304" pitchFamily="18" charset="0"/>
              </a:rPr>
              <a:t>, alert</a:t>
            </a:r>
            <a:r>
              <a:rPr lang="en-US"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handshake, and </a:t>
            </a:r>
            <a:r>
              <a:rPr lang="en-IN" dirty="0" err="1">
                <a:latin typeface="Times New Roman" panose="02020603050405020304" pitchFamily="18" charset="0"/>
                <a:cs typeface="Times New Roman" panose="02020603050405020304" pitchFamily="18" charset="0"/>
              </a:rPr>
              <a:t>application_data</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533400" y="2648544"/>
            <a:ext cx="4525598" cy="461665"/>
          </a:xfrm>
          <a:prstGeom prst="rect">
            <a:avLst/>
          </a:prstGeom>
        </p:spPr>
        <p:txBody>
          <a:bodyPr wrap="none">
            <a:spAutoFit/>
          </a:bodyPr>
          <a:lstStyle/>
          <a:p>
            <a:r>
              <a:rPr lang="en-IN" sz="2400" b="1" dirty="0">
                <a:solidFill>
                  <a:srgbClr val="808080"/>
                </a:solidFill>
                <a:latin typeface="Bembo-Bold"/>
              </a:rPr>
              <a:t>Change Cipher Spec Protocol</a:t>
            </a:r>
            <a:endParaRPr lang="en-IN" sz="2400" dirty="0"/>
          </a:p>
        </p:txBody>
      </p:sp>
      <p:sp>
        <p:nvSpPr>
          <p:cNvPr id="8" name="Rectangle 7"/>
          <p:cNvSpPr/>
          <p:nvPr/>
        </p:nvSpPr>
        <p:spPr>
          <a:xfrm>
            <a:off x="228600" y="3193312"/>
            <a:ext cx="11506201" cy="3892861"/>
          </a:xfrm>
          <a:prstGeom prst="rect">
            <a:avLst/>
          </a:prstGeom>
        </p:spPr>
        <p:txBody>
          <a:bodyPr wrap="square">
            <a:spAutoFit/>
          </a:bodyPr>
          <a:lstStyle/>
          <a:p>
            <a:pPr>
              <a:lnSpc>
                <a:spcPct val="150000"/>
              </a:lnSpc>
            </a:pPr>
            <a:r>
              <a:rPr lang="en-US" sz="2800" dirty="0" smtClean="0">
                <a:latin typeface="Times New Roman" panose="02020603050405020304" pitchFamily="18" charset="0"/>
                <a:cs typeface="Times New Roman" panose="02020603050405020304" pitchFamily="18" charset="0"/>
              </a:rPr>
              <a:t>1.it </a:t>
            </a:r>
            <a:r>
              <a:rPr lang="en-US" sz="2800" dirty="0">
                <a:latin typeface="Times New Roman" panose="02020603050405020304" pitchFamily="18" charset="0"/>
                <a:cs typeface="Times New Roman" panose="02020603050405020304" pitchFamily="18" charset="0"/>
              </a:rPr>
              <a:t>is the </a:t>
            </a:r>
            <a:r>
              <a:rPr lang="en-US" sz="2800" i="1" dirty="0">
                <a:latin typeface="Times New Roman" panose="02020603050405020304" pitchFamily="18" charset="0"/>
                <a:cs typeface="Times New Roman" panose="02020603050405020304" pitchFamily="18" charset="0"/>
              </a:rPr>
              <a:t>simplest</a:t>
            </a:r>
            <a:r>
              <a:rPr lang="en-US" sz="2800" dirty="0" smtClean="0">
                <a:latin typeface="Times New Roman" panose="02020603050405020304" pitchFamily="18" charset="0"/>
                <a:cs typeface="Times New Roman" panose="02020603050405020304" pitchFamily="18" charset="0"/>
              </a:rPr>
              <a:t>. </a:t>
            </a:r>
          </a:p>
          <a:p>
            <a:pPr>
              <a:lnSpc>
                <a:spcPct val="150000"/>
              </a:lnSpc>
            </a:pPr>
            <a:r>
              <a:rPr lang="en-US" sz="2800" dirty="0" smtClean="0">
                <a:latin typeface="Times New Roman" panose="02020603050405020304" pitchFamily="18" charset="0"/>
                <a:cs typeface="Times New Roman" panose="02020603050405020304" pitchFamily="18" charset="0"/>
              </a:rPr>
              <a:t>2.This </a:t>
            </a:r>
            <a:r>
              <a:rPr lang="en-US" sz="2800" dirty="0">
                <a:latin typeface="Times New Roman" panose="02020603050405020304" pitchFamily="18" charset="0"/>
                <a:cs typeface="Times New Roman" panose="02020603050405020304" pitchFamily="18" charset="0"/>
              </a:rPr>
              <a:t>protocol consists of a </a:t>
            </a:r>
            <a:r>
              <a:rPr lang="en-US" sz="2800" dirty="0" smtClean="0">
                <a:latin typeface="Times New Roman" panose="02020603050405020304" pitchFamily="18" charset="0"/>
                <a:cs typeface="Times New Roman" panose="02020603050405020304" pitchFamily="18" charset="0"/>
              </a:rPr>
              <a:t>single message ,which </a:t>
            </a:r>
            <a:r>
              <a:rPr lang="en-US" sz="2800" dirty="0">
                <a:latin typeface="Times New Roman" panose="02020603050405020304" pitchFamily="18" charset="0"/>
                <a:cs typeface="Times New Roman" panose="02020603050405020304" pitchFamily="18" charset="0"/>
              </a:rPr>
              <a:t>consists of a </a:t>
            </a:r>
            <a:r>
              <a:rPr lang="en-US" sz="2800" i="1" dirty="0">
                <a:latin typeface="Times New Roman" panose="02020603050405020304" pitchFamily="18" charset="0"/>
                <a:cs typeface="Times New Roman" panose="02020603050405020304" pitchFamily="18" charset="0"/>
              </a:rPr>
              <a:t>single byte with the </a:t>
            </a:r>
            <a:r>
              <a:rPr lang="en-US" sz="2800" i="1" dirty="0" smtClean="0">
                <a:latin typeface="Times New Roman" panose="02020603050405020304" pitchFamily="18" charset="0"/>
                <a:cs typeface="Times New Roman" panose="02020603050405020304" pitchFamily="18" charset="0"/>
              </a:rPr>
              <a:t>value 1</a:t>
            </a:r>
            <a:r>
              <a:rPr lang="en-US" sz="2800" dirty="0" smtClean="0">
                <a:latin typeface="Times New Roman" panose="02020603050405020304" pitchFamily="18" charset="0"/>
                <a:cs typeface="Times New Roman" panose="02020603050405020304" pitchFamily="18" charset="0"/>
              </a:rPr>
              <a:t>.</a:t>
            </a:r>
          </a:p>
          <a:p>
            <a:pPr>
              <a:lnSpc>
                <a:spcPct val="150000"/>
              </a:lnSpc>
            </a:pPr>
            <a:r>
              <a:rPr lang="en-US" sz="2800" dirty="0" smtClean="0">
                <a:latin typeface="Times New Roman" panose="02020603050405020304" pitchFamily="18" charset="0"/>
                <a:cs typeface="Times New Roman" panose="02020603050405020304" pitchFamily="18" charset="0"/>
              </a:rPr>
              <a:t>3.The </a:t>
            </a:r>
            <a:r>
              <a:rPr lang="en-US" sz="2800" dirty="0">
                <a:latin typeface="Times New Roman" panose="02020603050405020304" pitchFamily="18" charset="0"/>
                <a:cs typeface="Times New Roman" panose="02020603050405020304" pitchFamily="18" charset="0"/>
              </a:rPr>
              <a:t>sole </a:t>
            </a:r>
            <a:r>
              <a:rPr lang="en-US" sz="2800" dirty="0" smtClean="0">
                <a:latin typeface="Times New Roman" panose="02020603050405020304" pitchFamily="18" charset="0"/>
                <a:cs typeface="Times New Roman" panose="02020603050405020304" pitchFamily="18" charset="0"/>
              </a:rPr>
              <a:t>purpose of </a:t>
            </a:r>
            <a:r>
              <a:rPr lang="en-US" sz="2800" dirty="0">
                <a:latin typeface="Times New Roman" panose="02020603050405020304" pitchFamily="18" charset="0"/>
                <a:cs typeface="Times New Roman" panose="02020603050405020304" pitchFamily="18" charset="0"/>
              </a:rPr>
              <a:t>this message is to cause the </a:t>
            </a:r>
            <a:r>
              <a:rPr lang="en-US" sz="2800" i="1" dirty="0">
                <a:latin typeface="Times New Roman" panose="02020603050405020304" pitchFamily="18" charset="0"/>
                <a:cs typeface="Times New Roman" panose="02020603050405020304" pitchFamily="18" charset="0"/>
              </a:rPr>
              <a:t>pending state to be copied into the current </a:t>
            </a:r>
            <a:r>
              <a:rPr lang="en-US" sz="2800" i="1" dirty="0" smtClean="0">
                <a:latin typeface="Times New Roman" panose="02020603050405020304" pitchFamily="18" charset="0"/>
                <a:cs typeface="Times New Roman" panose="02020603050405020304" pitchFamily="18" charset="0"/>
              </a:rPr>
              <a:t>state</a:t>
            </a:r>
            <a:r>
              <a:rPr lang="en-US" sz="2800" dirty="0" smtClean="0">
                <a:latin typeface="Times New Roman" panose="02020603050405020304" pitchFamily="18" charset="0"/>
                <a:cs typeface="Times New Roman" panose="02020603050405020304" pitchFamily="18" charset="0"/>
              </a:rPr>
              <a:t>, which </a:t>
            </a:r>
            <a:r>
              <a:rPr lang="en-US" sz="2800" dirty="0">
                <a:latin typeface="Times New Roman" panose="02020603050405020304" pitchFamily="18" charset="0"/>
                <a:cs typeface="Times New Roman" panose="02020603050405020304" pitchFamily="18" charset="0"/>
              </a:rPr>
              <a:t>updates the cipher suite to be used on this connection</a:t>
            </a:r>
            <a:endParaRPr lang="en-IN" sz="28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stretch>
            <a:fillRect/>
          </a:stretch>
        </p:blipFill>
        <p:spPr>
          <a:xfrm>
            <a:off x="11734801" y="4495800"/>
            <a:ext cx="2868469" cy="1820955"/>
          </a:xfrm>
          <a:prstGeom prst="rect">
            <a:avLst/>
          </a:prstGeom>
        </p:spPr>
      </p:pic>
    </p:spTree>
    <p:extLst>
      <p:ext uri="{BB962C8B-B14F-4D97-AF65-F5344CB8AC3E}">
        <p14:creationId xmlns:p14="http://schemas.microsoft.com/office/powerpoint/2010/main" val="256034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7" name="Rectangle 6"/>
          <p:cNvSpPr/>
          <p:nvPr/>
        </p:nvSpPr>
        <p:spPr>
          <a:xfrm>
            <a:off x="846083" y="1321269"/>
            <a:ext cx="11162064" cy="5201424"/>
          </a:xfrm>
          <a:prstGeom prst="rect">
            <a:avLst/>
          </a:prstGeom>
        </p:spPr>
        <p:txBody>
          <a:bodyPr wrap="square">
            <a:spAutoFit/>
          </a:bodyPr>
          <a:lstStyle/>
          <a:p>
            <a:r>
              <a:rPr lang="en-US" b="1" dirty="0"/>
              <a:t>Alert Protocol </a:t>
            </a:r>
            <a:endParaRPr lang="en-US" b="1" dirty="0" smtClean="0"/>
          </a:p>
          <a:p>
            <a:pPr marL="457200" indent="-457200">
              <a:buFont typeface="Arial" panose="020B0604020202020204" pitchFamily="34" charset="0"/>
              <a:buChar char="•"/>
            </a:pPr>
            <a:r>
              <a:rPr lang="en-US" dirty="0" smtClean="0"/>
              <a:t>is </a:t>
            </a:r>
            <a:r>
              <a:rPr lang="en-US" dirty="0"/>
              <a:t>used to convey SSL-related alerts to the peer entity</a:t>
            </a:r>
            <a:r>
              <a:rPr lang="en-US" dirty="0" smtClean="0"/>
              <a:t>.</a:t>
            </a:r>
          </a:p>
          <a:p>
            <a:pPr marL="457200" indent="-457200">
              <a:buFont typeface="Arial" panose="020B0604020202020204" pitchFamily="34" charset="0"/>
              <a:buChar char="•"/>
            </a:pPr>
            <a:r>
              <a:rPr lang="en-US" dirty="0"/>
              <a:t>alert messages are compressed and encrypted, </a:t>
            </a:r>
            <a:r>
              <a:rPr lang="en-US" dirty="0" smtClean="0"/>
              <a:t>as specified </a:t>
            </a:r>
            <a:r>
              <a:rPr lang="en-US" dirty="0"/>
              <a:t>by the current state</a:t>
            </a:r>
            <a:r>
              <a:rPr lang="en-US" dirty="0" smtClean="0"/>
              <a:t>.</a:t>
            </a:r>
          </a:p>
          <a:p>
            <a:pPr marL="457200" indent="-457200">
              <a:buFont typeface="Arial" panose="020B0604020202020204" pitchFamily="34" charset="0"/>
              <a:buChar char="•"/>
            </a:pPr>
            <a:r>
              <a:rPr lang="en-IN" dirty="0"/>
              <a:t>The first </a:t>
            </a:r>
            <a:r>
              <a:rPr lang="en-IN" dirty="0" smtClean="0"/>
              <a:t>byte </a:t>
            </a:r>
            <a:r>
              <a:rPr lang="en-US" dirty="0" smtClean="0"/>
              <a:t>takes </a:t>
            </a:r>
            <a:r>
              <a:rPr lang="en-US" dirty="0"/>
              <a:t>the value warning (1) or fatal (2) to convey the severity of the </a:t>
            </a:r>
            <a:r>
              <a:rPr lang="en-US" dirty="0" smtClean="0"/>
              <a:t>message.</a:t>
            </a:r>
          </a:p>
          <a:p>
            <a:pPr marL="457200" indent="-457200">
              <a:buFont typeface="Arial" panose="020B0604020202020204" pitchFamily="34" charset="0"/>
              <a:buChar char="•"/>
            </a:pPr>
            <a:r>
              <a:rPr lang="en-IN" dirty="0"/>
              <a:t>If </a:t>
            </a:r>
            <a:r>
              <a:rPr lang="en-US" dirty="0" smtClean="0"/>
              <a:t> </a:t>
            </a:r>
            <a:r>
              <a:rPr lang="en-US" dirty="0"/>
              <a:t>fatal, SSL immediately </a:t>
            </a:r>
            <a:r>
              <a:rPr lang="en-US" i="1" dirty="0"/>
              <a:t>terminates</a:t>
            </a:r>
            <a:r>
              <a:rPr lang="en-US" dirty="0"/>
              <a:t> the connection. Other connections on the</a:t>
            </a:r>
          </a:p>
          <a:p>
            <a:r>
              <a:rPr lang="en-US" dirty="0"/>
              <a:t>same session may continue, but no new connections on this session may be established</a:t>
            </a:r>
            <a:r>
              <a:rPr lang="en-US" dirty="0" smtClean="0"/>
              <a:t>.</a:t>
            </a:r>
          </a:p>
          <a:p>
            <a:pPr marL="457200" indent="-457200">
              <a:buFont typeface="Arial" panose="020B0604020202020204" pitchFamily="34" charset="0"/>
              <a:buChar char="•"/>
            </a:pPr>
            <a:r>
              <a:rPr lang="en-US" dirty="0"/>
              <a:t>second byte contains a code that indicates the specific </a:t>
            </a:r>
            <a:r>
              <a:rPr lang="en-US" dirty="0" smtClean="0"/>
              <a:t>alert</a:t>
            </a:r>
          </a:p>
          <a:p>
            <a:pPr marL="457200" indent="-4572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smtClean="0"/>
              <a:t>    Fatal alerts</a:t>
            </a:r>
          </a:p>
          <a:p>
            <a:endParaRPr lang="en-IN" sz="2400" dirty="0"/>
          </a:p>
        </p:txBody>
      </p:sp>
      <p:pic>
        <p:nvPicPr>
          <p:cNvPr id="2" name="Picture 1"/>
          <p:cNvPicPr>
            <a:picLocks noChangeAspect="1"/>
          </p:cNvPicPr>
          <p:nvPr/>
        </p:nvPicPr>
        <p:blipFill>
          <a:blip r:embed="rId3"/>
          <a:stretch>
            <a:fillRect/>
          </a:stretch>
        </p:blipFill>
        <p:spPr>
          <a:xfrm>
            <a:off x="11506200" y="1873742"/>
            <a:ext cx="2609115" cy="1674769"/>
          </a:xfrm>
          <a:prstGeom prst="rect">
            <a:avLst/>
          </a:prstGeom>
        </p:spPr>
      </p:pic>
      <p:pic>
        <p:nvPicPr>
          <p:cNvPr id="4" name="Picture 3"/>
          <p:cNvPicPr>
            <a:picLocks noChangeAspect="1"/>
          </p:cNvPicPr>
          <p:nvPr/>
        </p:nvPicPr>
        <p:blipFill>
          <a:blip r:embed="rId4"/>
          <a:stretch>
            <a:fillRect/>
          </a:stretch>
        </p:blipFill>
        <p:spPr>
          <a:xfrm>
            <a:off x="2057400" y="6100381"/>
            <a:ext cx="11125200" cy="1752489"/>
          </a:xfrm>
          <a:prstGeom prst="rect">
            <a:avLst/>
          </a:prstGeom>
        </p:spPr>
      </p:pic>
    </p:spTree>
    <p:extLst>
      <p:ext uri="{BB962C8B-B14F-4D97-AF65-F5344CB8AC3E}">
        <p14:creationId xmlns:p14="http://schemas.microsoft.com/office/powerpoint/2010/main" val="539487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2286000" y="1598085"/>
            <a:ext cx="11430000" cy="5137727"/>
          </a:xfrm>
          <a:prstGeom prst="rect">
            <a:avLst/>
          </a:prstGeom>
        </p:spPr>
      </p:pic>
      <p:sp>
        <p:nvSpPr>
          <p:cNvPr id="6" name="TextBox 5"/>
          <p:cNvSpPr txBox="1"/>
          <p:nvPr/>
        </p:nvSpPr>
        <p:spPr>
          <a:xfrm>
            <a:off x="876300" y="1074111"/>
            <a:ext cx="2819400" cy="492443"/>
          </a:xfrm>
          <a:prstGeom prst="rect">
            <a:avLst/>
          </a:prstGeom>
          <a:noFill/>
        </p:spPr>
        <p:txBody>
          <a:bodyPr wrap="square" rtlCol="0">
            <a:spAutoFit/>
          </a:bodyPr>
          <a:lstStyle/>
          <a:p>
            <a:r>
              <a:rPr lang="en-US" dirty="0" smtClean="0"/>
              <a:t>Fatal alerts (contd.)</a:t>
            </a:r>
            <a:endParaRPr lang="en-IN" dirty="0"/>
          </a:p>
        </p:txBody>
      </p:sp>
      <p:pic>
        <p:nvPicPr>
          <p:cNvPr id="8" name="Picture 7"/>
          <p:cNvPicPr>
            <a:picLocks noChangeAspect="1"/>
          </p:cNvPicPr>
          <p:nvPr/>
        </p:nvPicPr>
        <p:blipFill>
          <a:blip r:embed="rId4"/>
          <a:stretch>
            <a:fillRect/>
          </a:stretch>
        </p:blipFill>
        <p:spPr>
          <a:xfrm>
            <a:off x="2286000" y="6780025"/>
            <a:ext cx="10972800" cy="978868"/>
          </a:xfrm>
          <a:prstGeom prst="rect">
            <a:avLst/>
          </a:prstGeom>
        </p:spPr>
      </p:pic>
    </p:spTree>
    <p:extLst>
      <p:ext uri="{BB962C8B-B14F-4D97-AF65-F5344CB8AC3E}">
        <p14:creationId xmlns:p14="http://schemas.microsoft.com/office/powerpoint/2010/main" val="36822490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4" name="Rectangle 3"/>
          <p:cNvSpPr/>
          <p:nvPr/>
        </p:nvSpPr>
        <p:spPr>
          <a:xfrm>
            <a:off x="685800" y="1669996"/>
            <a:ext cx="5791200" cy="3785652"/>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It is the most </a:t>
            </a:r>
            <a:r>
              <a:rPr lang="en-US" sz="2400" dirty="0">
                <a:latin typeface="Times New Roman" panose="02020603050405020304" pitchFamily="18" charset="0"/>
                <a:cs typeface="Times New Roman" panose="02020603050405020304" pitchFamily="18" charset="0"/>
              </a:rPr>
              <a:t>complex part of </a:t>
            </a:r>
            <a:r>
              <a:rPr lang="en-US" sz="2400" dirty="0" smtClean="0">
                <a:latin typeface="Times New Roman" panose="02020603050405020304" pitchFamily="18" charset="0"/>
                <a:cs typeface="Times New Roman" panose="02020603050405020304" pitchFamily="18" charset="0"/>
              </a:rPr>
              <a:t>SSL,</a:t>
            </a:r>
            <a:r>
              <a:rPr lang="en-US" sz="2400" dirty="0">
                <a:latin typeface="Times New Roman" panose="02020603050405020304" pitchFamily="18" charset="0"/>
                <a:cs typeface="Times New Roman" panose="02020603050405020304" pitchFamily="18" charset="0"/>
              </a:rPr>
              <a:t> is used before any application data is </a:t>
            </a:r>
            <a:r>
              <a:rPr lang="en-US" sz="2400" dirty="0" smtClean="0">
                <a:latin typeface="Times New Roman" panose="02020603050405020304" pitchFamily="18" charset="0"/>
                <a:cs typeface="Times New Roman" panose="02020603050405020304" pitchFamily="18" charset="0"/>
              </a:rPr>
              <a:t>transmitted</a:t>
            </a:r>
          </a:p>
          <a:p>
            <a:r>
              <a:rPr lang="en-US" sz="2400" dirty="0">
                <a:latin typeface="Times New Roman" panose="02020603050405020304" pitchFamily="18" charset="0"/>
                <a:cs typeface="Times New Roman" panose="02020603050405020304" pitchFamily="18" charset="0"/>
              </a:rPr>
              <a:t>The Handshake Protocol consists of a series of </a:t>
            </a:r>
            <a:r>
              <a:rPr lang="en-US" sz="2400" dirty="0" smtClean="0">
                <a:latin typeface="Times New Roman" panose="02020603050405020304" pitchFamily="18" charset="0"/>
                <a:cs typeface="Times New Roman" panose="02020603050405020304" pitchFamily="18" charset="0"/>
              </a:rPr>
              <a:t>messages,</a:t>
            </a:r>
            <a:r>
              <a:rPr lang="en-IN" sz="2400" dirty="0">
                <a:latin typeface="Times New Roman" panose="02020603050405020304" pitchFamily="18" charset="0"/>
                <a:cs typeface="Times New Roman" panose="02020603050405020304" pitchFamily="18" charset="0"/>
              </a:rPr>
              <a:t> Each message </a:t>
            </a:r>
            <a:r>
              <a:rPr lang="en-IN" sz="2400" dirty="0" smtClean="0">
                <a:latin typeface="Times New Roman" panose="02020603050405020304" pitchFamily="18" charset="0"/>
                <a:cs typeface="Times New Roman" panose="02020603050405020304" pitchFamily="18" charset="0"/>
              </a:rPr>
              <a:t>has three </a:t>
            </a:r>
            <a:r>
              <a:rPr lang="en-IN" sz="2400" dirty="0">
                <a:latin typeface="Times New Roman" panose="02020603050405020304" pitchFamily="18" charset="0"/>
                <a:cs typeface="Times New Roman" panose="02020603050405020304" pitchFamily="18" charset="0"/>
              </a:rPr>
              <a:t>fields:</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Type (1 byte): </a:t>
            </a:r>
            <a:r>
              <a:rPr lang="en-US" sz="2400" dirty="0">
                <a:latin typeface="Times New Roman" panose="02020603050405020304" pitchFamily="18" charset="0"/>
                <a:cs typeface="Times New Roman" panose="02020603050405020304" pitchFamily="18" charset="0"/>
              </a:rPr>
              <a:t>Indicates one of 10 messages.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Length (3 bytes): </a:t>
            </a:r>
            <a:r>
              <a:rPr lang="en-US" sz="2400" dirty="0">
                <a:latin typeface="Times New Roman" panose="02020603050405020304" pitchFamily="18" charset="0"/>
                <a:cs typeface="Times New Roman" panose="02020603050405020304" pitchFamily="18" charset="0"/>
              </a:rPr>
              <a:t>The length of the message in bytes.</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Content ( bytes): </a:t>
            </a:r>
            <a:r>
              <a:rPr lang="en-US" sz="2400" dirty="0">
                <a:latin typeface="Times New Roman" panose="02020603050405020304" pitchFamily="18" charset="0"/>
                <a:cs typeface="Times New Roman" panose="02020603050405020304" pitchFamily="18" charset="0"/>
              </a:rPr>
              <a:t>The parameters associated with this message; </a:t>
            </a:r>
            <a:endParaRPr lang="en-IN"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7536094" y="1421524"/>
            <a:ext cx="6792273" cy="4903076"/>
          </a:xfrm>
          <a:prstGeom prst="rect">
            <a:avLst/>
          </a:prstGeom>
        </p:spPr>
      </p:pic>
    </p:spTree>
    <p:extLst>
      <p:ext uri="{BB962C8B-B14F-4D97-AF65-F5344CB8AC3E}">
        <p14:creationId xmlns:p14="http://schemas.microsoft.com/office/powerpoint/2010/main" val="32898569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9" y="1677878"/>
            <a:ext cx="7239000" cy="461665"/>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1. ESTABLISH SECURITY CAPABILITIES</a:t>
            </a:r>
            <a:endParaRPr lang="en-IN" sz="2400" u="sng"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9235318" y="1157286"/>
            <a:ext cx="5277587" cy="6526925"/>
          </a:xfrm>
          <a:prstGeom prst="rect">
            <a:avLst/>
          </a:prstGeom>
        </p:spPr>
      </p:pic>
      <p:sp>
        <p:nvSpPr>
          <p:cNvPr id="8" name="Rectangle 7"/>
          <p:cNvSpPr/>
          <p:nvPr/>
        </p:nvSpPr>
        <p:spPr>
          <a:xfrm>
            <a:off x="310780" y="2209634"/>
            <a:ext cx="9061820" cy="4893647"/>
          </a:xfrm>
          <a:prstGeom prst="rect">
            <a:avLst/>
          </a:prstGeom>
        </p:spPr>
        <p:txBody>
          <a:bodyPr wrap="square">
            <a:spAutoFit/>
          </a:bodyPr>
          <a:lstStyle/>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Establish </a:t>
            </a:r>
            <a:r>
              <a:rPr lang="en-IN" sz="2400" dirty="0">
                <a:latin typeface="Times New Roman" panose="02020603050405020304" pitchFamily="18" charset="0"/>
                <a:cs typeface="Times New Roman" panose="02020603050405020304" pitchFamily="18" charset="0"/>
              </a:rPr>
              <a:t>security capabilities, </a:t>
            </a:r>
            <a:r>
              <a:rPr lang="en-IN" sz="2400" dirty="0" smtClean="0">
                <a:latin typeface="Times New Roman" panose="02020603050405020304" pitchFamily="18" charset="0"/>
                <a:cs typeface="Times New Roman" panose="02020603050405020304" pitchFamily="18" charset="0"/>
              </a:rPr>
              <a:t>includes </a:t>
            </a:r>
          </a:p>
          <a:p>
            <a:pPr marL="342900" indent="-342900">
              <a:buFont typeface="Arial" panose="020B0604020202020204" pitchFamily="34" charset="0"/>
              <a:buChar char="•"/>
            </a:pPr>
            <a:r>
              <a:rPr lang="fr-FR" sz="2400" dirty="0" smtClean="0">
                <a:latin typeface="Times New Roman" panose="02020603050405020304" pitchFamily="18" charset="0"/>
                <a:cs typeface="Times New Roman" panose="02020603050405020304" pitchFamily="18" charset="0"/>
              </a:rPr>
              <a:t>Protocol version - </a:t>
            </a:r>
            <a:r>
              <a:rPr lang="en-US" sz="2400" dirty="0">
                <a:latin typeface="Times New Roman" panose="02020603050405020304" pitchFamily="18" charset="0"/>
                <a:cs typeface="Times New Roman" panose="02020603050405020304" pitchFamily="18" charset="0"/>
              </a:rPr>
              <a:t>The highest SSL version understood by the client</a:t>
            </a:r>
            <a:endParaRPr lang="fr-FR"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Random -</a:t>
            </a:r>
            <a:r>
              <a:rPr lang="en-US" sz="2400" dirty="0">
                <a:latin typeface="Times New Roman" panose="02020603050405020304" pitchFamily="18" charset="0"/>
                <a:cs typeface="Times New Roman" panose="02020603050405020304" pitchFamily="18" charset="0"/>
              </a:rPr>
              <a:t>28 bytes generated by a secure random number generator. These </a:t>
            </a:r>
            <a:r>
              <a:rPr lang="en-US" sz="2400" dirty="0" smtClean="0">
                <a:latin typeface="Times New Roman" panose="02020603050405020304" pitchFamily="18" charset="0"/>
                <a:cs typeface="Times New Roman" panose="02020603050405020304" pitchFamily="18" charset="0"/>
              </a:rPr>
              <a:t>values serve </a:t>
            </a:r>
            <a:r>
              <a:rPr lang="en-US" sz="2400" dirty="0">
                <a:latin typeface="Times New Roman" panose="02020603050405020304" pitchFamily="18" charset="0"/>
                <a:cs typeface="Times New Roman" panose="02020603050405020304" pitchFamily="18" charset="0"/>
              </a:rPr>
              <a:t>as </a:t>
            </a:r>
            <a:r>
              <a:rPr lang="en-US" sz="2400" dirty="0" err="1">
                <a:latin typeface="Times New Roman" panose="02020603050405020304" pitchFamily="18" charset="0"/>
                <a:cs typeface="Times New Roman" panose="02020603050405020304" pitchFamily="18" charset="0"/>
              </a:rPr>
              <a:t>nonces</a:t>
            </a:r>
            <a:r>
              <a:rPr lang="en-US" sz="2400" dirty="0">
                <a:latin typeface="Times New Roman" panose="02020603050405020304" pitchFamily="18" charset="0"/>
                <a:cs typeface="Times New Roman" panose="02020603050405020304" pitchFamily="18" charset="0"/>
              </a:rPr>
              <a:t> and are used during key exchange to prevent replay attacks</a:t>
            </a:r>
            <a:endParaRPr lang="fr-FR"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S</a:t>
            </a:r>
            <a:r>
              <a:rPr lang="fr-FR" sz="2400" dirty="0" smtClean="0">
                <a:latin typeface="Times New Roman" panose="02020603050405020304" pitchFamily="18" charset="0"/>
                <a:cs typeface="Times New Roman" panose="02020603050405020304" pitchFamily="18" charset="0"/>
              </a:rPr>
              <a:t>ession ID: </a:t>
            </a:r>
            <a:r>
              <a:rPr lang="en-IN" sz="2400" dirty="0">
                <a:latin typeface="Times New Roman" panose="02020603050405020304" pitchFamily="18" charset="0"/>
                <a:cs typeface="Times New Roman" panose="02020603050405020304" pitchFamily="18" charset="0"/>
              </a:rPr>
              <a:t>variable-length session </a:t>
            </a:r>
            <a:r>
              <a:rPr lang="en-IN" sz="2400" dirty="0" smtClean="0">
                <a:latin typeface="Times New Roman" panose="02020603050405020304" pitchFamily="18" charset="0"/>
                <a:cs typeface="Times New Roman" panose="02020603050405020304" pitchFamily="18" charset="0"/>
              </a:rPr>
              <a:t>identifier ,</a:t>
            </a:r>
            <a:r>
              <a:rPr lang="en-IN" sz="2400" dirty="0">
                <a:latin typeface="Times New Roman" panose="02020603050405020304" pitchFamily="18" charset="0"/>
                <a:cs typeface="Times New Roman" panose="02020603050405020304" pitchFamily="18" charset="0"/>
              </a:rPr>
              <a:t> </a:t>
            </a:r>
            <a:endParaRPr lang="en-IN" sz="2400" dirty="0" smtClean="0">
              <a:latin typeface="Times New Roman" panose="02020603050405020304" pitchFamily="18" charset="0"/>
              <a:cs typeface="Times New Roman" panose="02020603050405020304" pitchFamily="18" charset="0"/>
            </a:endParaRPr>
          </a:p>
          <a:p>
            <a:pPr marL="995912" lvl="1" indent="-342900">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A </a:t>
            </a:r>
            <a:r>
              <a:rPr lang="en-IN" sz="2400" dirty="0">
                <a:latin typeface="Times New Roman" panose="02020603050405020304" pitchFamily="18" charset="0"/>
                <a:cs typeface="Times New Roman" panose="02020603050405020304" pitchFamily="18" charset="0"/>
              </a:rPr>
              <a:t>nonzero value </a:t>
            </a:r>
            <a:r>
              <a:rPr lang="en-IN" sz="2400" dirty="0" smtClean="0">
                <a:latin typeface="Times New Roman" panose="02020603050405020304" pitchFamily="18" charset="0"/>
                <a:cs typeface="Times New Roman" panose="02020603050405020304" pitchFamily="18" charset="0"/>
              </a:rPr>
              <a:t>indicates </a:t>
            </a:r>
            <a:r>
              <a:rPr lang="en-US" sz="2400" dirty="0" smtClean="0">
                <a:latin typeface="Times New Roman" panose="02020603050405020304" pitchFamily="18" charset="0"/>
                <a:cs typeface="Times New Roman" panose="02020603050405020304" pitchFamily="18" charset="0"/>
              </a:rPr>
              <a:t>that </a:t>
            </a:r>
            <a:r>
              <a:rPr lang="en-US" sz="2400" dirty="0">
                <a:latin typeface="Times New Roman" panose="02020603050405020304" pitchFamily="18" charset="0"/>
                <a:cs typeface="Times New Roman" panose="02020603050405020304" pitchFamily="18" charset="0"/>
              </a:rPr>
              <a:t>the client wishes to update the parameters of an existing </a:t>
            </a:r>
            <a:r>
              <a:rPr lang="en-US" sz="2400" dirty="0" smtClean="0">
                <a:latin typeface="Times New Roman" panose="02020603050405020304" pitchFamily="18" charset="0"/>
                <a:cs typeface="Times New Roman" panose="02020603050405020304" pitchFamily="18" charset="0"/>
              </a:rPr>
              <a:t>connection ,</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marL="995912" lvl="1" indent="-3429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zero </a:t>
            </a:r>
            <a:r>
              <a:rPr lang="en-US" sz="2400" dirty="0">
                <a:latin typeface="Times New Roman" panose="02020603050405020304" pitchFamily="18" charset="0"/>
                <a:cs typeface="Times New Roman" panose="02020603050405020304" pitchFamily="18" charset="0"/>
              </a:rPr>
              <a:t>value indicates that the </a:t>
            </a:r>
            <a:r>
              <a:rPr lang="en-US" sz="2400" dirty="0" smtClean="0">
                <a:latin typeface="Times New Roman" panose="02020603050405020304" pitchFamily="18" charset="0"/>
                <a:cs typeface="Times New Roman" panose="02020603050405020304" pitchFamily="18" charset="0"/>
              </a:rPr>
              <a:t>client wishes </a:t>
            </a:r>
            <a:r>
              <a:rPr lang="en-US" sz="2400" dirty="0">
                <a:latin typeface="Times New Roman" panose="02020603050405020304" pitchFamily="18" charset="0"/>
                <a:cs typeface="Times New Roman" panose="02020603050405020304" pitchFamily="18" charset="0"/>
              </a:rPr>
              <a:t>to establish a new </a:t>
            </a:r>
            <a:r>
              <a:rPr lang="en-US" sz="2400" dirty="0" smtClean="0">
                <a:latin typeface="Times New Roman" panose="02020603050405020304" pitchFamily="18" charset="0"/>
                <a:cs typeface="Times New Roman" panose="02020603050405020304" pitchFamily="18" charset="0"/>
              </a:rPr>
              <a:t>connection </a:t>
            </a:r>
            <a:r>
              <a:rPr lang="en-US" sz="2400" dirty="0">
                <a:latin typeface="Times New Roman" panose="02020603050405020304" pitchFamily="18" charset="0"/>
                <a:cs typeface="Times New Roman" panose="02020603050405020304" pitchFamily="18" charset="0"/>
              </a:rPr>
              <a:t>on a new </a:t>
            </a:r>
            <a:r>
              <a:rPr lang="en-US" sz="2400" dirty="0" smtClean="0">
                <a:latin typeface="Times New Roman" panose="02020603050405020304" pitchFamily="18" charset="0"/>
                <a:cs typeface="Times New Roman" panose="02020603050405020304" pitchFamily="18" charset="0"/>
              </a:rPr>
              <a:t>session </a:t>
            </a:r>
            <a:r>
              <a:rPr lang="fr-FR" sz="2400" dirty="0" err="1" smtClean="0">
                <a:latin typeface="Times New Roman" panose="02020603050405020304" pitchFamily="18" charset="0"/>
                <a:cs typeface="Times New Roman" panose="02020603050405020304" pitchFamily="18" charset="0"/>
              </a:rPr>
              <a:t>cipher</a:t>
            </a:r>
            <a:r>
              <a:rPr lang="fr-FR" sz="2400" dirty="0" smtClean="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suite</a:t>
            </a:r>
            <a:r>
              <a:rPr lang="fr-FR" sz="2400" dirty="0" smtClean="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
            </a:r>
            <a:r>
              <a:rPr lang="en-US" sz="2400" dirty="0" smtClean="0">
                <a:latin typeface="Times New Roman" panose="02020603050405020304" pitchFamily="18" charset="0"/>
                <a:cs typeface="Times New Roman" panose="02020603050405020304" pitchFamily="18" charset="0"/>
              </a:rPr>
              <a:t>ompression method</a:t>
            </a:r>
          </a:p>
          <a:p>
            <a:pPr marL="457200" indent="-4572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CipherSuite</a:t>
            </a:r>
            <a:r>
              <a:rPr lang="en-US" sz="2400" dirty="0">
                <a:latin typeface="Times New Roman" panose="02020603050405020304" pitchFamily="18" charset="0"/>
                <a:cs typeface="Times New Roman" panose="02020603050405020304" pitchFamily="18" charset="0"/>
              </a:rPr>
              <a:t>: This is a list that contains the combinations of </a:t>
            </a:r>
            <a:r>
              <a:rPr lang="en-US" sz="2400" dirty="0" smtClean="0">
                <a:latin typeface="Times New Roman" panose="02020603050405020304" pitchFamily="18" charset="0"/>
                <a:cs typeface="Times New Roman" panose="02020603050405020304" pitchFamily="18" charset="0"/>
              </a:rPr>
              <a:t>cryptographic algorithms </a:t>
            </a:r>
            <a:r>
              <a:rPr lang="en-US" sz="2400" dirty="0">
                <a:latin typeface="Times New Roman" panose="02020603050405020304" pitchFamily="18" charset="0"/>
                <a:cs typeface="Times New Roman" panose="02020603050405020304" pitchFamily="18" charset="0"/>
              </a:rPr>
              <a:t>supported by the client</a:t>
            </a:r>
          </a:p>
        </p:txBody>
      </p:sp>
    </p:spTree>
    <p:extLst>
      <p:ext uri="{BB962C8B-B14F-4D97-AF65-F5344CB8AC3E}">
        <p14:creationId xmlns:p14="http://schemas.microsoft.com/office/powerpoint/2010/main" val="3237108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9458585" cy="461665"/>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1. ESTABLISH SECURITY </a:t>
            </a:r>
            <a:r>
              <a:rPr lang="en-US" sz="2400" b="1" i="1" u="sng" dirty="0" smtClean="0">
                <a:latin typeface="Times New Roman" panose="02020603050405020304" pitchFamily="18" charset="0"/>
                <a:cs typeface="Times New Roman" panose="02020603050405020304" pitchFamily="18" charset="0"/>
              </a:rPr>
              <a:t>CAPABILITIES (contd.)</a:t>
            </a:r>
            <a:endParaRPr lang="en-IN" sz="2400" u="sng" dirty="0">
              <a:latin typeface="Times New Roman" panose="02020603050405020304" pitchFamily="18" charset="0"/>
              <a:cs typeface="Times New Roman" panose="02020603050405020304" pitchFamily="18" charset="0"/>
            </a:endParaRPr>
          </a:p>
        </p:txBody>
      </p:sp>
      <p:sp>
        <p:nvSpPr>
          <p:cNvPr id="8" name="Rectangle 7"/>
          <p:cNvSpPr/>
          <p:nvPr/>
        </p:nvSpPr>
        <p:spPr>
          <a:xfrm>
            <a:off x="320564" y="2174033"/>
            <a:ext cx="13976272" cy="5201424"/>
          </a:xfrm>
          <a:prstGeom prst="rect">
            <a:avLst/>
          </a:prstGeom>
        </p:spPr>
        <p:txBody>
          <a:bodyPr wrap="square">
            <a:spAutoFit/>
          </a:bodyPr>
          <a:lstStyle/>
          <a:p>
            <a:r>
              <a:rPr lang="en-US" dirty="0" err="1">
                <a:latin typeface="Times New Roman" panose="02020603050405020304" pitchFamily="18" charset="0"/>
                <a:cs typeface="Times New Roman" panose="02020603050405020304" pitchFamily="18" charset="0"/>
              </a:rPr>
              <a:t>C</a:t>
            </a:r>
            <a:r>
              <a:rPr lang="en-US" dirty="0" err="1" smtClean="0">
                <a:latin typeface="Times New Roman" panose="02020603050405020304" pitchFamily="18" charset="0"/>
                <a:cs typeface="Times New Roman" panose="02020603050405020304" pitchFamily="18" charset="0"/>
              </a:rPr>
              <a:t>lient_hello</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message, the client waits for </a:t>
            </a:r>
            <a:r>
              <a:rPr lang="en-US" dirty="0" smtClean="0">
                <a:latin typeface="Times New Roman" panose="02020603050405020304" pitchFamily="18" charset="0"/>
                <a:cs typeface="Times New Roman" panose="02020603050405020304" pitchFamily="18" charset="0"/>
              </a:rPr>
              <a:t>the </a:t>
            </a:r>
            <a:r>
              <a:rPr lang="en-US" dirty="0" err="1" smtClean="0">
                <a:latin typeface="Times New Roman" panose="02020603050405020304" pitchFamily="18" charset="0"/>
                <a:cs typeface="Times New Roman" panose="02020603050405020304" pitchFamily="18" charset="0"/>
              </a:rPr>
              <a:t>server_hello</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message, which contains the same parameters as </a:t>
            </a:r>
            <a:r>
              <a:rPr lang="en-US" dirty="0" smtClean="0">
                <a:latin typeface="Times New Roman" panose="02020603050405020304" pitchFamily="18" charset="0"/>
                <a:cs typeface="Times New Roman" panose="02020603050405020304" pitchFamily="18" charset="0"/>
              </a:rPr>
              <a:t>the </a:t>
            </a:r>
            <a:r>
              <a:rPr lang="en-US" dirty="0" err="1" smtClean="0">
                <a:latin typeface="Times New Roman" panose="02020603050405020304" pitchFamily="18" charset="0"/>
                <a:cs typeface="Times New Roman" panose="02020603050405020304" pitchFamily="18" charset="0"/>
              </a:rPr>
              <a:t>client_hello</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message.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server_hello</a:t>
            </a:r>
            <a:r>
              <a:rPr lang="en-US" dirty="0">
                <a:latin typeface="Times New Roman" panose="02020603050405020304" pitchFamily="18" charset="0"/>
                <a:cs typeface="Times New Roman" panose="02020603050405020304" pitchFamily="18" charset="0"/>
              </a:rPr>
              <a:t> message, the following </a:t>
            </a:r>
            <a:r>
              <a:rPr lang="en-US" dirty="0" smtClean="0">
                <a:latin typeface="Times New Roman" panose="02020603050405020304" pitchFamily="18" charset="0"/>
                <a:cs typeface="Times New Roman" panose="02020603050405020304" pitchFamily="18" charset="0"/>
              </a:rPr>
              <a:t>conventions </a:t>
            </a:r>
            <a:r>
              <a:rPr lang="en-IN" dirty="0" smtClean="0">
                <a:latin typeface="Times New Roman" panose="02020603050405020304" pitchFamily="18" charset="0"/>
                <a:cs typeface="Times New Roman" panose="02020603050405020304" pitchFamily="18" charset="0"/>
              </a:rPr>
              <a:t>apply.</a:t>
            </a:r>
          </a:p>
          <a:p>
            <a:endParaRPr lang="en-IN" dirty="0" smtClean="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a:t>
            </a:r>
            <a:r>
              <a:rPr lang="en-IN" i="1" dirty="0">
                <a:latin typeface="Times New Roman" panose="02020603050405020304" pitchFamily="18" charset="0"/>
                <a:cs typeface="Times New Roman" panose="02020603050405020304" pitchFamily="18" charset="0"/>
              </a:rPr>
              <a:t>Version </a:t>
            </a:r>
            <a:r>
              <a:rPr lang="en-IN" i="1" dirty="0" smtClean="0">
                <a:latin typeface="Times New Roman" panose="02020603050405020304" pitchFamily="18" charset="0"/>
                <a:cs typeface="Times New Roman" panose="02020603050405020304" pitchFamily="18" charset="0"/>
              </a:rPr>
              <a:t>field </a:t>
            </a:r>
            <a:r>
              <a:rPr lang="en-IN"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a:latin typeface="Times New Roman" panose="02020603050405020304" pitchFamily="18" charset="0"/>
                <a:cs typeface="Times New Roman" panose="02020603050405020304" pitchFamily="18" charset="0"/>
              </a:rPr>
              <a:t>highest supported by the </a:t>
            </a:r>
            <a:r>
              <a:rPr lang="en-US" dirty="0" smtClean="0">
                <a:latin typeface="Times New Roman" panose="02020603050405020304" pitchFamily="18" charset="0"/>
                <a:cs typeface="Times New Roman" panose="02020603050405020304" pitchFamily="18" charset="0"/>
              </a:rPr>
              <a:t>server</a:t>
            </a:r>
          </a:p>
          <a:p>
            <a:r>
              <a:rPr lang="en-US" i="1" dirty="0">
                <a:latin typeface="Times New Roman" panose="02020603050405020304" pitchFamily="18" charset="0"/>
                <a:cs typeface="Times New Roman" panose="02020603050405020304" pitchFamily="18" charset="0"/>
              </a:rPr>
              <a:t>Random fie</a:t>
            </a:r>
            <a:r>
              <a:rPr lang="en-US" dirty="0">
                <a:latin typeface="Times New Roman" panose="02020603050405020304" pitchFamily="18" charset="0"/>
                <a:cs typeface="Times New Roman" panose="02020603050405020304" pitchFamily="18" charset="0"/>
              </a:rPr>
              <a:t>ld is </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generated by the </a:t>
            </a:r>
            <a:r>
              <a:rPr lang="en-US" dirty="0">
                <a:latin typeface="Times New Roman" panose="02020603050405020304" pitchFamily="18" charset="0"/>
                <a:cs typeface="Times New Roman" panose="02020603050405020304" pitchFamily="18" charset="0"/>
              </a:rPr>
              <a:t>server and is independent of the client’s Random </a:t>
            </a:r>
            <a:r>
              <a:rPr lang="en-US" dirty="0" smtClean="0">
                <a:latin typeface="Times New Roman" panose="02020603050405020304" pitchFamily="18" charset="0"/>
                <a:cs typeface="Times New Roman" panose="02020603050405020304" pitchFamily="18" charset="0"/>
              </a:rPr>
              <a:t>field</a:t>
            </a:r>
          </a:p>
          <a:p>
            <a:r>
              <a:rPr lang="en-US" dirty="0">
                <a:latin typeface="Times New Roman" panose="02020603050405020304" pitchFamily="18" charset="0"/>
                <a:cs typeface="Times New Roman" panose="02020603050405020304" pitchFamily="18" charset="0"/>
              </a:rPr>
              <a:t>If the </a:t>
            </a:r>
            <a:r>
              <a:rPr lang="en-US" i="1" dirty="0" err="1">
                <a:latin typeface="Times New Roman" panose="02020603050405020304" pitchFamily="18" charset="0"/>
                <a:cs typeface="Times New Roman" panose="02020603050405020304" pitchFamily="18" charset="0"/>
              </a:rPr>
              <a:t>SessionID</a:t>
            </a:r>
            <a:r>
              <a:rPr lang="en-US" i="1" dirty="0">
                <a:latin typeface="Times New Roman" panose="02020603050405020304" pitchFamily="18" charset="0"/>
                <a:cs typeface="Times New Roman" panose="02020603050405020304" pitchFamily="18" charset="0"/>
              </a:rPr>
              <a:t> field </a:t>
            </a:r>
            <a:r>
              <a:rPr lang="en-US" dirty="0" smtClean="0">
                <a:latin typeface="Times New Roman" panose="02020603050405020304" pitchFamily="18" charset="0"/>
                <a:cs typeface="Times New Roman" panose="02020603050405020304" pitchFamily="18" charset="0"/>
              </a:rPr>
              <a:t>of the client</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was </a:t>
            </a:r>
            <a:r>
              <a:rPr lang="en-US" dirty="0" smtClean="0">
                <a:latin typeface="Times New Roman" panose="02020603050405020304" pitchFamily="18" charset="0"/>
                <a:cs typeface="Times New Roman" panose="02020603050405020304" pitchFamily="18" charset="0"/>
              </a:rPr>
              <a:t>nonzero</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same value is </a:t>
            </a:r>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by the server</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otherwise </a:t>
            </a:r>
            <a:r>
              <a:rPr lang="en-US" dirty="0" smtClean="0">
                <a:latin typeface="Times New Roman" panose="02020603050405020304" pitchFamily="18" charset="0"/>
                <a:cs typeface="Times New Roman" panose="02020603050405020304" pitchFamily="18" charset="0"/>
                <a:sym typeface="Wingdings" panose="05000000000000000000" pitchFamily="2" charset="2"/>
              </a:rPr>
              <a:t></a:t>
            </a:r>
            <a:r>
              <a:rPr lang="en-US" dirty="0" smtClean="0">
                <a:latin typeface="Times New Roman" panose="02020603050405020304" pitchFamily="18" charset="0"/>
                <a:cs typeface="Times New Roman" panose="02020603050405020304" pitchFamily="18" charset="0"/>
              </a:rPr>
              <a:t>the server’s </a:t>
            </a:r>
            <a:r>
              <a:rPr lang="en-US" dirty="0" err="1" smtClean="0">
                <a:latin typeface="Times New Roman" panose="02020603050405020304" pitchFamily="18" charset="0"/>
                <a:cs typeface="Times New Roman" panose="02020603050405020304" pitchFamily="18" charset="0"/>
              </a:rPr>
              <a:t>SessionID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field contains the value for a new session</a:t>
            </a:r>
            <a:r>
              <a:rPr lang="en-US" dirty="0" smtClean="0">
                <a:latin typeface="Times New Roman" panose="02020603050405020304" pitchFamily="18" charset="0"/>
                <a:cs typeface="Times New Roman" panose="02020603050405020304" pitchFamily="18" charset="0"/>
              </a:rPr>
              <a:t>.</a:t>
            </a:r>
          </a:p>
          <a:p>
            <a:r>
              <a:rPr lang="en-IN" sz="2400" i="1" dirty="0" err="1">
                <a:latin typeface="Times New Roman" panose="02020603050405020304" pitchFamily="18" charset="0"/>
                <a:cs typeface="Times New Roman" panose="02020603050405020304" pitchFamily="18" charset="0"/>
              </a:rPr>
              <a:t>CipherSuite</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field and </a:t>
            </a:r>
            <a:r>
              <a:rPr lang="en-IN" sz="2400" i="1" dirty="0" smtClean="0">
                <a:latin typeface="Times New Roman" panose="02020603050405020304" pitchFamily="18" charset="0"/>
                <a:cs typeface="Times New Roman" panose="02020603050405020304" pitchFamily="18" charset="0"/>
              </a:rPr>
              <a:t>compression</a:t>
            </a:r>
            <a:r>
              <a:rPr lang="en-IN" sz="2400" dirty="0" smtClean="0">
                <a:latin typeface="Times New Roman" panose="02020603050405020304" pitchFamily="18" charset="0"/>
                <a:cs typeface="Times New Roman" panose="02020603050405020304" pitchFamily="18" charset="0"/>
              </a:rPr>
              <a:t> are selected by the server from the ones proposed by the client</a:t>
            </a: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Following the definition of a key exchange method is the </a:t>
            </a:r>
            <a:r>
              <a:rPr lang="en-US" dirty="0" err="1">
                <a:latin typeface="Times New Roman" panose="02020603050405020304" pitchFamily="18" charset="0"/>
                <a:cs typeface="Times New Roman" panose="02020603050405020304" pitchFamily="18" charset="0"/>
              </a:rPr>
              <a:t>CipherSpec</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which </a:t>
            </a:r>
            <a:r>
              <a:rPr lang="en-IN" dirty="0" smtClean="0">
                <a:latin typeface="Times New Roman" panose="02020603050405020304" pitchFamily="18" charset="0"/>
                <a:cs typeface="Times New Roman" panose="02020603050405020304" pitchFamily="18" charset="0"/>
              </a:rPr>
              <a:t>includes </a:t>
            </a:r>
            <a:r>
              <a:rPr lang="en-IN" dirty="0">
                <a:latin typeface="Times New Roman" panose="02020603050405020304" pitchFamily="18" charset="0"/>
                <a:cs typeface="Times New Roman" panose="02020603050405020304" pitchFamily="18" charset="0"/>
              </a:rPr>
              <a:t>the following </a:t>
            </a:r>
            <a:r>
              <a:rPr lang="en-IN" dirty="0" smtClean="0">
                <a:latin typeface="Times New Roman" panose="02020603050405020304" pitchFamily="18" charset="0"/>
                <a:cs typeface="Times New Roman" panose="02020603050405020304" pitchFamily="18" charset="0"/>
              </a:rPr>
              <a:t>fields </a:t>
            </a:r>
            <a:r>
              <a:rPr lang="en-IN" dirty="0" err="1" smtClean="0">
                <a:latin typeface="Times New Roman" panose="02020603050405020304" pitchFamily="18" charset="0"/>
                <a:cs typeface="Times New Roman" panose="02020603050405020304" pitchFamily="18" charset="0"/>
              </a:rPr>
              <a:t>CipherAlgorithm</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MACAlgorithm</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CipherType</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IsExportable</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HashSize</a:t>
            </a:r>
            <a:r>
              <a:rPr lang="en-IN" dirty="0" smtClean="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Key </a:t>
            </a:r>
            <a:r>
              <a:rPr lang="en-IN" dirty="0" smtClean="0">
                <a:latin typeface="Times New Roman" panose="02020603050405020304" pitchFamily="18" charset="0"/>
                <a:cs typeface="Times New Roman" panose="02020603050405020304" pitchFamily="18" charset="0"/>
              </a:rPr>
              <a:t>Material,</a:t>
            </a:r>
            <a:r>
              <a:rPr lang="en-IN" dirty="0">
                <a:latin typeface="Times New Roman" panose="02020603050405020304" pitchFamily="18" charset="0"/>
                <a:cs typeface="Times New Roman" panose="02020603050405020304" pitchFamily="18" charset="0"/>
              </a:rPr>
              <a:t> IV </a:t>
            </a:r>
            <a:r>
              <a:rPr lang="en-IN" dirty="0" smtClean="0">
                <a:latin typeface="Times New Roman" panose="02020603050405020304" pitchFamily="18" charset="0"/>
                <a:cs typeface="Times New Roman" panose="02020603050405020304" pitchFamily="18" charset="0"/>
              </a:rPr>
              <a:t>Size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8802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8686801" cy="492443"/>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a:t>
            </a:r>
            <a:r>
              <a:rPr lang="en-US" sz="2400" b="1" i="1" u="sng" dirty="0" smtClean="0">
                <a:latin typeface="Times New Roman" panose="02020603050405020304" pitchFamily="18" charset="0"/>
                <a:cs typeface="Times New Roman" panose="02020603050405020304" pitchFamily="18" charset="0"/>
              </a:rPr>
              <a:t>2. </a:t>
            </a:r>
            <a:r>
              <a:rPr lang="en-US" b="1" i="1" dirty="0"/>
              <a:t>SERVER AUTHENTICATION AND KEY EXCHANGE</a:t>
            </a:r>
            <a:endParaRPr lang="en-IN" sz="2400" u="sng"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0058400" y="1157286"/>
            <a:ext cx="4454505" cy="6526925"/>
          </a:xfrm>
          <a:prstGeom prst="rect">
            <a:avLst/>
          </a:prstGeom>
        </p:spPr>
      </p:pic>
      <p:sp>
        <p:nvSpPr>
          <p:cNvPr id="8" name="Rectangle 7"/>
          <p:cNvSpPr/>
          <p:nvPr/>
        </p:nvSpPr>
        <p:spPr>
          <a:xfrm>
            <a:off x="310780" y="2209635"/>
            <a:ext cx="9519020" cy="5693866"/>
          </a:xfrm>
          <a:prstGeom prst="rect">
            <a:avLst/>
          </a:prstGeom>
        </p:spPr>
        <p:txBody>
          <a:bodyPr wrap="square">
            <a:spAutoFit/>
          </a:bodyPr>
          <a:lstStyle/>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If authentication is needed then server starts this phase by sending certificate (X.509</a:t>
            </a:r>
            <a:r>
              <a:rPr lang="en-US" sz="2400" dirty="0" smtClean="0">
                <a:latin typeface="Times New Roman" panose="02020603050405020304" pitchFamily="18" charset="0"/>
                <a:cs typeface="Times New Roman" panose="02020603050405020304" pitchFamily="18" charset="0"/>
              </a:rPr>
              <a:t>)</a:t>
            </a:r>
          </a:p>
          <a:p>
            <a:pPr algn="just"/>
            <a:endParaRPr lang="en-US"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Server_key_exchange</a:t>
            </a:r>
            <a:r>
              <a:rPr lang="en-IN" sz="2400" dirty="0">
                <a:latin typeface="Times New Roman" panose="02020603050405020304" pitchFamily="18" charset="0"/>
                <a:cs typeface="Times New Roman" panose="02020603050405020304" pitchFamily="18" charset="0"/>
              </a:rPr>
              <a:t> message is sent</a:t>
            </a:r>
            <a:r>
              <a:rPr lang="en-IN" sz="2400" dirty="0" smtClean="0">
                <a:latin typeface="Times New Roman" panose="02020603050405020304" pitchFamily="18" charset="0"/>
                <a:cs typeface="Times New Roman" panose="02020603050405020304" pitchFamily="18" charset="0"/>
              </a:rPr>
              <a:t>. Its </a:t>
            </a:r>
            <a:r>
              <a:rPr lang="en-IN" sz="2400" dirty="0">
                <a:latin typeface="Times New Roman" panose="02020603050405020304" pitchFamily="18" charset="0"/>
                <a:cs typeface="Times New Roman" panose="02020603050405020304" pitchFamily="18" charset="0"/>
              </a:rPr>
              <a:t>needed for the following protocols Anonymous </a:t>
            </a:r>
            <a:r>
              <a:rPr lang="en-IN" sz="2400" dirty="0" err="1">
                <a:latin typeface="Times New Roman" panose="02020603050405020304" pitchFamily="18" charset="0"/>
                <a:cs typeface="Times New Roman" panose="02020603050405020304" pitchFamily="18" charset="0"/>
              </a:rPr>
              <a:t>Diffie</a:t>
            </a:r>
            <a:r>
              <a:rPr lang="en-IN" sz="2400" dirty="0">
                <a:latin typeface="Times New Roman" panose="02020603050405020304" pitchFamily="18" charset="0"/>
                <a:cs typeface="Times New Roman" panose="02020603050405020304" pitchFamily="18" charset="0"/>
              </a:rPr>
              <a:t>-Hellman, Ephemeral </a:t>
            </a:r>
            <a:r>
              <a:rPr lang="en-IN" sz="2400" dirty="0" err="1">
                <a:latin typeface="Times New Roman" panose="02020603050405020304" pitchFamily="18" charset="0"/>
                <a:cs typeface="Times New Roman" panose="02020603050405020304" pitchFamily="18" charset="0"/>
              </a:rPr>
              <a:t>Diffie</a:t>
            </a:r>
            <a:r>
              <a:rPr lang="en-IN" sz="2400" dirty="0">
                <a:latin typeface="Times New Roman" panose="02020603050405020304" pitchFamily="18" charset="0"/>
                <a:cs typeface="Times New Roman" panose="02020603050405020304" pitchFamily="18" charset="0"/>
              </a:rPr>
              <a:t>-Hellman, RSA key exchange , </a:t>
            </a:r>
            <a:r>
              <a:rPr lang="en-IN" sz="2400" dirty="0" err="1" smtClean="0">
                <a:latin typeface="Times New Roman" panose="02020603050405020304" pitchFamily="18" charset="0"/>
                <a:cs typeface="Times New Roman" panose="02020603050405020304" pitchFamily="18" charset="0"/>
              </a:rPr>
              <a:t>Fortezza</a:t>
            </a:r>
            <a:endParaRPr lang="en-IN"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IN" sz="2400" dirty="0" smtClean="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Some further details about the signatures are warranted. As usual, a signature is created by taking the hash of a message and encrypting it with the sender’s private key. In this case, the hash is defined as</a:t>
            </a:r>
          </a:p>
          <a:p>
            <a:pPr algn="just"/>
            <a:r>
              <a:rPr lang="en-IN" sz="2400" dirty="0">
                <a:latin typeface="Times New Roman" panose="02020603050405020304" pitchFamily="18" charset="0"/>
                <a:cs typeface="Times New Roman" panose="02020603050405020304" pitchFamily="18" charset="0"/>
              </a:rPr>
              <a:t>          hash(</a:t>
            </a:r>
            <a:r>
              <a:rPr lang="en-IN" sz="2400" dirty="0" err="1">
                <a:latin typeface="Times New Roman" panose="02020603050405020304" pitchFamily="18" charset="0"/>
                <a:cs typeface="Times New Roman" panose="02020603050405020304" pitchFamily="18" charset="0"/>
              </a:rPr>
              <a:t>ClientHello.random</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ServerHello.random</a:t>
            </a:r>
            <a:r>
              <a:rPr lang="en-IN" sz="24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 </a:t>
            </a:r>
            <a:r>
              <a:rPr lang="en-IN" sz="2400" dirty="0" err="1" smtClean="0">
                <a:latin typeface="Times New Roman" panose="02020603050405020304" pitchFamily="18" charset="0"/>
                <a:cs typeface="Times New Roman" panose="02020603050405020304" pitchFamily="18" charset="0"/>
              </a:rPr>
              <a:t>ServerParams</a:t>
            </a:r>
            <a:r>
              <a:rPr lang="en-IN" dirty="0" smtClean="0"/>
              <a:t>)</a:t>
            </a:r>
          </a:p>
          <a:p>
            <a:pPr algn="just"/>
            <a:endParaRPr lang="en-IN" dirty="0" smtClean="0"/>
          </a:p>
          <a:p>
            <a:pPr marL="342900" indent="-342900" algn="just">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server_done</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message, </a:t>
            </a:r>
            <a:r>
              <a:rPr lang="en-US" sz="2400" dirty="0" smtClean="0">
                <a:latin typeface="Times New Roman" panose="02020603050405020304" pitchFamily="18" charset="0"/>
                <a:cs typeface="Times New Roman" panose="02020603050405020304" pitchFamily="18" charset="0"/>
              </a:rPr>
              <a:t>sent to </a:t>
            </a:r>
            <a:r>
              <a:rPr lang="en-US" sz="2400" dirty="0">
                <a:latin typeface="Times New Roman" panose="02020603050405020304" pitchFamily="18" charset="0"/>
                <a:cs typeface="Times New Roman" panose="02020603050405020304" pitchFamily="18" charset="0"/>
              </a:rPr>
              <a:t>indicate the end of </a:t>
            </a:r>
            <a:r>
              <a:rPr lang="en-US" sz="2400" dirty="0" smtClean="0">
                <a:latin typeface="Times New Roman" panose="02020603050405020304" pitchFamily="18" charset="0"/>
                <a:cs typeface="Times New Roman" panose="02020603050405020304" pitchFamily="18" charset="0"/>
              </a:rPr>
              <a:t>the server </a:t>
            </a:r>
            <a:r>
              <a:rPr lang="en-US" sz="2400" dirty="0">
                <a:latin typeface="Times New Roman" panose="02020603050405020304" pitchFamily="18" charset="0"/>
                <a:cs typeface="Times New Roman" panose="02020603050405020304" pitchFamily="18" charset="0"/>
              </a:rPr>
              <a:t>hello and associated messages. After sending this message, the server </a:t>
            </a:r>
            <a:r>
              <a:rPr lang="en-US" sz="2400" dirty="0" smtClean="0">
                <a:latin typeface="Times New Roman" panose="02020603050405020304" pitchFamily="18" charset="0"/>
                <a:cs typeface="Times New Roman" panose="02020603050405020304" pitchFamily="18" charset="0"/>
              </a:rPr>
              <a:t>will wait </a:t>
            </a:r>
            <a:r>
              <a:rPr lang="en-US" sz="2400" dirty="0">
                <a:latin typeface="Times New Roman" panose="02020603050405020304" pitchFamily="18" charset="0"/>
                <a:cs typeface="Times New Roman" panose="02020603050405020304" pitchFamily="18" charset="0"/>
              </a:rPr>
              <a:t>for a client </a:t>
            </a:r>
            <a:r>
              <a:rPr lang="en-US" sz="2400" dirty="0" err="1">
                <a:latin typeface="Times New Roman" panose="02020603050405020304" pitchFamily="18" charset="0"/>
                <a:cs typeface="Times New Roman" panose="02020603050405020304" pitchFamily="18" charset="0"/>
              </a:rPr>
              <a:t>response.This</a:t>
            </a:r>
            <a:r>
              <a:rPr lang="en-US" sz="2400" dirty="0">
                <a:latin typeface="Times New Roman" panose="02020603050405020304" pitchFamily="18" charset="0"/>
                <a:cs typeface="Times New Roman" panose="02020603050405020304" pitchFamily="18" charset="0"/>
              </a:rPr>
              <a:t> message has no parameters.</a:t>
            </a:r>
          </a:p>
        </p:txBody>
      </p:sp>
    </p:spTree>
    <p:extLst>
      <p:ext uri="{BB962C8B-B14F-4D97-AF65-F5344CB8AC3E}">
        <p14:creationId xmlns:p14="http://schemas.microsoft.com/office/powerpoint/2010/main" val="15955218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8686801" cy="492443"/>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a:t>
            </a:r>
            <a:r>
              <a:rPr lang="en-US" sz="2400" b="1" i="1" u="sng" dirty="0" smtClean="0">
                <a:latin typeface="Times New Roman" panose="02020603050405020304" pitchFamily="18" charset="0"/>
                <a:cs typeface="Times New Roman" panose="02020603050405020304" pitchFamily="18" charset="0"/>
              </a:rPr>
              <a:t>3. </a:t>
            </a:r>
            <a:r>
              <a:rPr lang="en-US" b="1" i="1" dirty="0"/>
              <a:t>CLIENT AUTHENTICATION AND KEY EXCHANGE</a:t>
            </a:r>
            <a:endParaRPr lang="en-IN" sz="2400" u="sng"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0058400" y="1157286"/>
            <a:ext cx="4454505" cy="6526925"/>
          </a:xfrm>
          <a:prstGeom prst="rect">
            <a:avLst/>
          </a:prstGeom>
        </p:spPr>
      </p:pic>
      <p:sp>
        <p:nvSpPr>
          <p:cNvPr id="8" name="Rectangle 7"/>
          <p:cNvSpPr/>
          <p:nvPr/>
        </p:nvSpPr>
        <p:spPr>
          <a:xfrm>
            <a:off x="304800" y="2590800"/>
            <a:ext cx="9595220" cy="3785652"/>
          </a:xfrm>
          <a:prstGeom prst="rect">
            <a:avLst/>
          </a:prstGeom>
        </p:spPr>
        <p:txBody>
          <a:bodyPr wrap="square">
            <a:spAutoFit/>
          </a:bodyPr>
          <a:lstStyle/>
          <a:p>
            <a:pPr marL="342900"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If the server has requested a certificate, the client begins this phase by sending a </a:t>
            </a:r>
            <a:r>
              <a:rPr lang="en-US" sz="2400" b="1" dirty="0" smtClean="0">
                <a:latin typeface="Times New Roman" panose="02020603050405020304" pitchFamily="18" charset="0"/>
                <a:cs typeface="Times New Roman" panose="02020603050405020304" pitchFamily="18" charset="0"/>
              </a:rPr>
              <a:t>certificate message</a:t>
            </a:r>
            <a:r>
              <a:rPr lang="en-US" sz="2400" dirty="0" smtClean="0">
                <a:latin typeface="Times New Roman" panose="02020603050405020304" pitchFamily="18" charset="0"/>
                <a:cs typeface="Times New Roman" panose="02020603050405020304" pitchFamily="18" charset="0"/>
              </a:rPr>
              <a:t>. If no suitable certificate is available, the client sends a </a:t>
            </a:r>
            <a:r>
              <a:rPr lang="en-IN" sz="2400" dirty="0" err="1" smtClean="0">
                <a:latin typeface="Times New Roman" panose="02020603050405020304" pitchFamily="18" charset="0"/>
                <a:cs typeface="Times New Roman" panose="02020603050405020304" pitchFamily="18" charset="0"/>
              </a:rPr>
              <a:t>no_certificate</a:t>
            </a:r>
            <a:r>
              <a:rPr lang="en-IN" sz="2400" dirty="0" smtClean="0">
                <a:latin typeface="Times New Roman" panose="02020603050405020304" pitchFamily="18" charset="0"/>
                <a:cs typeface="Times New Roman" panose="02020603050405020304" pitchFamily="18" charset="0"/>
              </a:rPr>
              <a:t> alert instead</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smtClean="0">
                <a:latin typeface="Times New Roman" panose="02020603050405020304" pitchFamily="18" charset="0"/>
                <a:cs typeface="Times New Roman" panose="02020603050405020304" pitchFamily="18" charset="0"/>
              </a:rPr>
              <a:t>In the </a:t>
            </a:r>
            <a:r>
              <a:rPr lang="en-US" sz="2400" b="1" dirty="0" err="1" smtClean="0">
                <a:latin typeface="Times New Roman" panose="02020603050405020304" pitchFamily="18" charset="0"/>
                <a:cs typeface="Times New Roman" panose="02020603050405020304" pitchFamily="18" charset="0"/>
              </a:rPr>
              <a:t>client_key_exchange</a:t>
            </a:r>
            <a:r>
              <a:rPr lang="en-US" sz="2400" b="1" dirty="0" smtClean="0">
                <a:latin typeface="Times New Roman" panose="02020603050405020304" pitchFamily="18" charset="0"/>
                <a:cs typeface="Times New Roman" panose="02020603050405020304" pitchFamily="18" charset="0"/>
              </a:rPr>
              <a:t> message </a:t>
            </a:r>
            <a:r>
              <a:rPr lang="en-US" sz="2400" dirty="0" smtClean="0">
                <a:latin typeface="Times New Roman" panose="02020603050405020304" pitchFamily="18" charset="0"/>
                <a:cs typeface="Times New Roman" panose="02020603050405020304" pitchFamily="18" charset="0"/>
              </a:rPr>
              <a:t>the content of the message depends on the type of key exchange</a:t>
            </a:r>
            <a:r>
              <a:rPr lang="en-US" sz="2400" dirty="0" smtClean="0">
                <a:latin typeface="Times New Roman" panose="02020603050405020304" pitchFamily="18" charset="0"/>
                <a:cs typeface="Times New Roman" panose="02020603050405020304" pitchFamily="18" charset="0"/>
              </a:rPr>
              <a:t>.</a:t>
            </a:r>
          </a:p>
          <a:p>
            <a:pPr algn="just"/>
            <a:endParaRPr lang="en-US" sz="24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smtClean="0">
                <a:latin typeface="Times New Roman" panose="02020603050405020304" pitchFamily="18" charset="0"/>
                <a:cs typeface="Times New Roman" panose="02020603050405020304" pitchFamily="18" charset="0"/>
              </a:rPr>
              <a:t>Finally </a:t>
            </a:r>
            <a:r>
              <a:rPr lang="en-US" sz="2400" dirty="0" smtClean="0">
                <a:latin typeface="Times New Roman" panose="02020603050405020304" pitchFamily="18" charset="0"/>
                <a:cs typeface="Times New Roman" panose="02020603050405020304" pitchFamily="18" charset="0"/>
              </a:rPr>
              <a:t>the client may send a </a:t>
            </a:r>
            <a:r>
              <a:rPr lang="en-US" sz="2400" b="1" dirty="0" err="1" smtClean="0">
                <a:latin typeface="Times New Roman" panose="02020603050405020304" pitchFamily="18" charset="0"/>
                <a:cs typeface="Times New Roman" panose="02020603050405020304" pitchFamily="18" charset="0"/>
              </a:rPr>
              <a:t>certificate_verify</a:t>
            </a:r>
            <a:r>
              <a:rPr lang="en-US" sz="2400" b="1" dirty="0" smtClean="0">
                <a:latin typeface="Times New Roman" panose="02020603050405020304" pitchFamily="18" charset="0"/>
                <a:cs typeface="Times New Roman" panose="02020603050405020304" pitchFamily="18" charset="0"/>
              </a:rPr>
              <a:t> message </a:t>
            </a:r>
            <a:r>
              <a:rPr lang="en-US" sz="2400" dirty="0" smtClean="0">
                <a:latin typeface="Times New Roman" panose="02020603050405020304" pitchFamily="18" charset="0"/>
                <a:cs typeface="Times New Roman" panose="02020603050405020304" pitchFamily="18" charset="0"/>
              </a:rPr>
              <a:t>to provide explicit verification of a client certificate. This message is only sent following </a:t>
            </a:r>
            <a:r>
              <a:rPr lang="en-US" sz="2400" dirty="0" smtClean="0">
                <a:latin typeface="Times New Roman" panose="02020603050405020304" pitchFamily="18" charset="0"/>
                <a:cs typeface="Times New Roman" panose="02020603050405020304" pitchFamily="18" charset="0"/>
              </a:rPr>
              <a:t>any </a:t>
            </a:r>
            <a:r>
              <a:rPr lang="en-US" sz="2400" dirty="0" smtClean="0">
                <a:latin typeface="Times New Roman" panose="02020603050405020304" pitchFamily="18" charset="0"/>
                <a:cs typeface="Times New Roman" panose="02020603050405020304" pitchFamily="18" charset="0"/>
              </a:rPr>
              <a:t>client certificate that has signing </a:t>
            </a:r>
            <a:r>
              <a:rPr lang="en-US" sz="2400" dirty="0" smtClean="0">
                <a:latin typeface="Times New Roman" panose="02020603050405020304" pitchFamily="18" charset="0"/>
                <a:cs typeface="Times New Roman" panose="02020603050405020304" pitchFamily="18" charset="0"/>
              </a:rPr>
              <a:t>capability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7971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8686801" cy="492443"/>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a:t>
            </a:r>
            <a:r>
              <a:rPr lang="en-US" sz="2400" b="1" i="1" u="sng" dirty="0" smtClean="0">
                <a:latin typeface="Times New Roman" panose="02020603050405020304" pitchFamily="18" charset="0"/>
                <a:cs typeface="Times New Roman" panose="02020603050405020304" pitchFamily="18" charset="0"/>
              </a:rPr>
              <a:t>3. </a:t>
            </a:r>
            <a:r>
              <a:rPr lang="en-US" b="1" i="1" dirty="0"/>
              <a:t>CLIENT AUTHENTICATION AND KEY EXCHANGE</a:t>
            </a:r>
            <a:endParaRPr lang="en-IN" sz="24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2209800" y="2819400"/>
            <a:ext cx="11353800" cy="3539430"/>
          </a:xfrm>
          <a:prstGeom prst="rect">
            <a:avLst/>
          </a:prstGeom>
        </p:spPr>
        <p:txBody>
          <a:bodyPr wrap="square">
            <a:spAutoFit/>
          </a:bodyPr>
          <a:lstStyle/>
          <a:p>
            <a:r>
              <a:rPr lang="en-IN" sz="2800" dirty="0">
                <a:latin typeface="Times New Roman" panose="02020603050405020304" pitchFamily="18" charset="0"/>
                <a:cs typeface="Times New Roman" panose="02020603050405020304" pitchFamily="18" charset="0"/>
              </a:rPr>
              <a:t>CertificateVerify.signature.md5_hash=</a:t>
            </a:r>
          </a:p>
          <a:p>
            <a:r>
              <a:rPr lang="en-IN" sz="2800" dirty="0">
                <a:latin typeface="Times New Roman" panose="02020603050405020304" pitchFamily="18" charset="0"/>
                <a:cs typeface="Times New Roman" panose="02020603050405020304" pitchFamily="18" charset="0"/>
              </a:rPr>
              <a:t>MD5(</a:t>
            </a:r>
            <a:r>
              <a:rPr lang="en-IN" sz="2800" dirty="0" err="1">
                <a:latin typeface="Times New Roman" panose="02020603050405020304" pitchFamily="18" charset="0"/>
                <a:cs typeface="Times New Roman" panose="02020603050405020304" pitchFamily="18" charset="0"/>
              </a:rPr>
              <a:t>master_secret</a:t>
            </a:r>
            <a:r>
              <a:rPr lang="en-IN" sz="2800" dirty="0">
                <a:latin typeface="Times New Roman" panose="02020603050405020304" pitchFamily="18" charset="0"/>
                <a:cs typeface="Times New Roman" panose="02020603050405020304" pitchFamily="18" charset="0"/>
              </a:rPr>
              <a:t> || pad_2 || MD5(</a:t>
            </a:r>
            <a:r>
              <a:rPr lang="en-IN" sz="2800" dirty="0" err="1">
                <a:latin typeface="Times New Roman" panose="02020603050405020304" pitchFamily="18" charset="0"/>
                <a:cs typeface="Times New Roman" panose="02020603050405020304" pitchFamily="18" charset="0"/>
              </a:rPr>
              <a:t>handshake_messages</a:t>
            </a:r>
            <a:r>
              <a:rPr lang="en-IN" sz="2800" dirty="0">
                <a:latin typeface="Times New Roman" panose="02020603050405020304" pitchFamily="18" charset="0"/>
                <a:cs typeface="Times New Roman" panose="02020603050405020304" pitchFamily="18" charset="0"/>
              </a:rPr>
              <a:t> ||</a:t>
            </a:r>
          </a:p>
          <a:p>
            <a:r>
              <a:rPr lang="en-IN" sz="2800" dirty="0" err="1">
                <a:latin typeface="Times New Roman" panose="02020603050405020304" pitchFamily="18" charset="0"/>
                <a:cs typeface="Times New Roman" panose="02020603050405020304" pitchFamily="18" charset="0"/>
              </a:rPr>
              <a:t>master_secret</a:t>
            </a:r>
            <a:r>
              <a:rPr lang="en-IN" sz="2800" dirty="0">
                <a:latin typeface="Times New Roman" panose="02020603050405020304" pitchFamily="18" charset="0"/>
                <a:cs typeface="Times New Roman" panose="02020603050405020304" pitchFamily="18" charset="0"/>
              </a:rPr>
              <a:t> || pad_1</a:t>
            </a:r>
            <a:r>
              <a:rPr lang="en-IN" sz="2800" dirty="0" smtClean="0">
                <a:latin typeface="Times New Roman" panose="02020603050405020304" pitchFamily="18" charset="0"/>
                <a:cs typeface="Times New Roman" panose="02020603050405020304" pitchFamily="18" charset="0"/>
              </a:rPr>
              <a:t>));</a:t>
            </a:r>
          </a:p>
          <a:p>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err="1">
                <a:latin typeface="Times New Roman" panose="02020603050405020304" pitchFamily="18" charset="0"/>
                <a:cs typeface="Times New Roman" panose="02020603050405020304" pitchFamily="18" charset="0"/>
              </a:rPr>
              <a:t>CertificateVerify.signature.sha_hash</a:t>
            </a:r>
            <a:r>
              <a:rPr lang="en-IN"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SHA(</a:t>
            </a:r>
            <a:r>
              <a:rPr lang="en-IN" sz="2800" dirty="0" err="1">
                <a:latin typeface="Times New Roman" panose="02020603050405020304" pitchFamily="18" charset="0"/>
                <a:cs typeface="Times New Roman" panose="02020603050405020304" pitchFamily="18" charset="0"/>
              </a:rPr>
              <a:t>master_secret</a:t>
            </a:r>
            <a:r>
              <a:rPr lang="en-IN" sz="2800" dirty="0">
                <a:latin typeface="Times New Roman" panose="02020603050405020304" pitchFamily="18" charset="0"/>
                <a:cs typeface="Times New Roman" panose="02020603050405020304" pitchFamily="18" charset="0"/>
              </a:rPr>
              <a:t> || pad_2 || SHA(</a:t>
            </a:r>
            <a:r>
              <a:rPr lang="en-IN" sz="2800" dirty="0" err="1">
                <a:latin typeface="Times New Roman" panose="02020603050405020304" pitchFamily="18" charset="0"/>
                <a:cs typeface="Times New Roman" panose="02020603050405020304" pitchFamily="18" charset="0"/>
              </a:rPr>
              <a:t>handshake_messages</a:t>
            </a:r>
            <a:r>
              <a:rPr lang="en-IN" sz="2800" dirty="0">
                <a:latin typeface="Times New Roman" panose="02020603050405020304" pitchFamily="18" charset="0"/>
                <a:cs typeface="Times New Roman" panose="02020603050405020304" pitchFamily="18" charset="0"/>
              </a:rPr>
              <a:t> ||</a:t>
            </a:r>
          </a:p>
          <a:p>
            <a:r>
              <a:rPr lang="en-IN" sz="2800" dirty="0" err="1">
                <a:latin typeface="Times New Roman" panose="02020603050405020304" pitchFamily="18" charset="0"/>
                <a:cs typeface="Times New Roman" panose="02020603050405020304" pitchFamily="18" charset="0"/>
              </a:rPr>
              <a:t>master_secret</a:t>
            </a:r>
            <a:r>
              <a:rPr lang="en-IN" sz="2800" dirty="0">
                <a:latin typeface="Times New Roman" panose="02020603050405020304" pitchFamily="18" charset="0"/>
                <a:cs typeface="Times New Roman" panose="02020603050405020304" pitchFamily="18" charset="0"/>
              </a:rPr>
              <a:t> || pad_1));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56298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8686801" cy="492443"/>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a:t>
            </a:r>
            <a:r>
              <a:rPr lang="en-US" sz="2400" b="1" i="1" u="sng" dirty="0" smtClean="0">
                <a:latin typeface="Times New Roman" panose="02020603050405020304" pitchFamily="18" charset="0"/>
                <a:cs typeface="Times New Roman" panose="02020603050405020304" pitchFamily="18" charset="0"/>
              </a:rPr>
              <a:t>4. </a:t>
            </a:r>
            <a:r>
              <a:rPr lang="en-IN" b="1" i="1" dirty="0"/>
              <a:t>FINISH</a:t>
            </a:r>
            <a:endParaRPr lang="en-IN" sz="2400" u="sng"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10058400" y="1157286"/>
            <a:ext cx="4454505" cy="6526925"/>
          </a:xfrm>
          <a:prstGeom prst="rect">
            <a:avLst/>
          </a:prstGeom>
        </p:spPr>
      </p:pic>
      <p:sp>
        <p:nvSpPr>
          <p:cNvPr id="8" name="Rectangle 7"/>
          <p:cNvSpPr/>
          <p:nvPr/>
        </p:nvSpPr>
        <p:spPr>
          <a:xfrm>
            <a:off x="310780" y="2209635"/>
            <a:ext cx="9747620" cy="400110"/>
          </a:xfrm>
          <a:prstGeom prst="rect">
            <a:avLst/>
          </a:prstGeom>
        </p:spPr>
        <p:txBody>
          <a:bodyPr wrap="square">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380998" y="2173979"/>
            <a:ext cx="9982202" cy="5355312"/>
          </a:xfrm>
          <a:prstGeom prst="rect">
            <a:avLst/>
          </a:prstGeom>
        </p:spPr>
        <p:txBody>
          <a:bodyPr wrap="square">
            <a:spAutoFit/>
          </a:bodyPr>
          <a:lstStyle/>
          <a:p>
            <a:r>
              <a:rPr lang="en-IN" sz="2400" dirty="0" smtClean="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client </a:t>
            </a:r>
            <a:r>
              <a:rPr lang="en-US" sz="2400" dirty="0">
                <a:latin typeface="Times New Roman" panose="02020603050405020304" pitchFamily="18" charset="0"/>
                <a:cs typeface="Times New Roman" panose="02020603050405020304" pitchFamily="18" charset="0"/>
              </a:rPr>
              <a:t>sends a </a:t>
            </a:r>
            <a:r>
              <a:rPr lang="en-US" sz="2400" dirty="0" err="1">
                <a:latin typeface="Times New Roman" panose="02020603050405020304" pitchFamily="18" charset="0"/>
                <a:cs typeface="Times New Roman" panose="02020603050405020304" pitchFamily="18" charset="0"/>
              </a:rPr>
              <a:t>change_cipher_spec</a:t>
            </a:r>
            <a:r>
              <a:rPr lang="en-US" sz="2400" dirty="0">
                <a:latin typeface="Times New Roman" panose="02020603050405020304" pitchFamily="18" charset="0"/>
                <a:cs typeface="Times New Roman" panose="02020603050405020304" pitchFamily="18" charset="0"/>
              </a:rPr>
              <a:t> message and copies the pending </a:t>
            </a:r>
            <a:r>
              <a:rPr lang="en-US" sz="2400" dirty="0" err="1" smtClean="0">
                <a:latin typeface="Times New Roman" panose="02020603050405020304" pitchFamily="18" charset="0"/>
                <a:cs typeface="Times New Roman" panose="02020603050405020304" pitchFamily="18" charset="0"/>
              </a:rPr>
              <a:t>CipherSpec</a:t>
            </a:r>
            <a:r>
              <a:rPr lang="en-US" sz="2400" dirty="0" smtClean="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into </a:t>
            </a:r>
            <a:r>
              <a:rPr lang="en-IN" sz="2400" dirty="0">
                <a:latin typeface="Times New Roman" panose="02020603050405020304" pitchFamily="18" charset="0"/>
                <a:cs typeface="Times New Roman" panose="02020603050405020304" pitchFamily="18" charset="0"/>
              </a:rPr>
              <a:t>the current </a:t>
            </a:r>
            <a:r>
              <a:rPr lang="en-IN" sz="2400" dirty="0" err="1" smtClean="0">
                <a:latin typeface="Times New Roman" panose="02020603050405020304" pitchFamily="18" charset="0"/>
                <a:cs typeface="Times New Roman" panose="02020603050405020304" pitchFamily="18" charset="0"/>
              </a:rPr>
              <a:t>CipherSpec</a:t>
            </a:r>
            <a:endParaRPr lang="en-IN"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a:t>
            </a:r>
            <a:r>
              <a:rPr lang="en-IN" sz="2400" dirty="0" smtClean="0">
                <a:latin typeface="Times New Roman" panose="02020603050405020304" pitchFamily="18" charset="0"/>
                <a:cs typeface="Times New Roman" panose="02020603050405020304" pitchFamily="18" charset="0"/>
              </a:rPr>
              <a:t>client </a:t>
            </a:r>
            <a:r>
              <a:rPr lang="en-US" sz="2400" dirty="0" smtClean="0">
                <a:latin typeface="Times New Roman" panose="02020603050405020304" pitchFamily="18" charset="0"/>
                <a:cs typeface="Times New Roman" panose="02020603050405020304" pitchFamily="18" charset="0"/>
              </a:rPr>
              <a:t>then </a:t>
            </a:r>
            <a:r>
              <a:rPr lang="en-US" sz="2400" dirty="0">
                <a:latin typeface="Times New Roman" panose="02020603050405020304" pitchFamily="18" charset="0"/>
                <a:cs typeface="Times New Roman" panose="02020603050405020304" pitchFamily="18" charset="0"/>
              </a:rPr>
              <a:t>immediately sends the </a:t>
            </a:r>
            <a:r>
              <a:rPr lang="en-US" sz="2400" b="1" dirty="0">
                <a:latin typeface="Times New Roman" panose="02020603050405020304" pitchFamily="18" charset="0"/>
                <a:cs typeface="Times New Roman" panose="02020603050405020304" pitchFamily="18" charset="0"/>
              </a:rPr>
              <a:t>finished message </a:t>
            </a:r>
            <a:r>
              <a:rPr lang="en-US" sz="2400" dirty="0">
                <a:latin typeface="Times New Roman" panose="02020603050405020304" pitchFamily="18" charset="0"/>
                <a:cs typeface="Times New Roman" panose="02020603050405020304" pitchFamily="18" charset="0"/>
              </a:rPr>
              <a:t>under the new algorithms, keys, </a:t>
            </a:r>
            <a:r>
              <a:rPr lang="en-US" sz="2400" dirty="0" smtClean="0">
                <a:latin typeface="Times New Roman" panose="02020603050405020304" pitchFamily="18" charset="0"/>
                <a:cs typeface="Times New Roman" panose="02020603050405020304" pitchFamily="18" charset="0"/>
              </a:rPr>
              <a:t>and </a:t>
            </a:r>
            <a:r>
              <a:rPr lang="en-IN" sz="2400" dirty="0" smtClean="0">
                <a:latin typeface="Times New Roman" panose="02020603050405020304" pitchFamily="18" charset="0"/>
                <a:cs typeface="Times New Roman" panose="02020603050405020304" pitchFamily="18" charset="0"/>
              </a:rPr>
              <a:t>secrets.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content of the finished message is the concatenation </a:t>
            </a:r>
            <a:r>
              <a:rPr lang="en-US" sz="2400" dirty="0" smtClean="0">
                <a:latin typeface="Times New Roman" panose="02020603050405020304" pitchFamily="18" charset="0"/>
                <a:cs typeface="Times New Roman" panose="02020603050405020304" pitchFamily="18" charset="0"/>
              </a:rPr>
              <a:t>of </a:t>
            </a:r>
            <a:r>
              <a:rPr lang="en-IN" sz="2400" dirty="0" smtClean="0">
                <a:latin typeface="Times New Roman" panose="02020603050405020304" pitchFamily="18" charset="0"/>
                <a:cs typeface="Times New Roman" panose="02020603050405020304" pitchFamily="18" charset="0"/>
              </a:rPr>
              <a:t>two </a:t>
            </a:r>
            <a:r>
              <a:rPr lang="en-IN" sz="2400" dirty="0">
                <a:latin typeface="Times New Roman" panose="02020603050405020304" pitchFamily="18" charset="0"/>
                <a:cs typeface="Times New Roman" panose="02020603050405020304" pitchFamily="18" charset="0"/>
              </a:rPr>
              <a:t>hash values:</a:t>
            </a:r>
          </a:p>
          <a:p>
            <a:r>
              <a:rPr lang="en-IN" sz="2400" dirty="0">
                <a:solidFill>
                  <a:srgbClr val="0000FF"/>
                </a:solidFill>
                <a:latin typeface="Times New Roman" panose="02020603050405020304" pitchFamily="18" charset="0"/>
                <a:cs typeface="Times New Roman" panose="02020603050405020304" pitchFamily="18" charset="0"/>
              </a:rPr>
              <a:t>MD5(</a:t>
            </a:r>
            <a:r>
              <a:rPr lang="en-IN" sz="2400" dirty="0" err="1">
                <a:solidFill>
                  <a:srgbClr val="0000FF"/>
                </a:solidFill>
                <a:latin typeface="Times New Roman" panose="02020603050405020304" pitchFamily="18" charset="0"/>
                <a:cs typeface="Times New Roman" panose="02020603050405020304" pitchFamily="18" charset="0"/>
              </a:rPr>
              <a:t>master_secret</a:t>
            </a:r>
            <a:r>
              <a:rPr lang="en-IN" sz="2400" dirty="0">
                <a:solidFill>
                  <a:srgbClr val="0000FF"/>
                </a:solidFill>
                <a:latin typeface="Times New Roman" panose="02020603050405020304" pitchFamily="18" charset="0"/>
                <a:cs typeface="Times New Roman" panose="02020603050405020304" pitchFamily="18" charset="0"/>
              </a:rPr>
              <a:t> || pad2 || MD5(</a:t>
            </a:r>
            <a:r>
              <a:rPr lang="en-IN" sz="2400" dirty="0" err="1">
                <a:solidFill>
                  <a:srgbClr val="0000FF"/>
                </a:solidFill>
                <a:latin typeface="Times New Roman" panose="02020603050405020304" pitchFamily="18" charset="0"/>
                <a:cs typeface="Times New Roman" panose="02020603050405020304" pitchFamily="18" charset="0"/>
              </a:rPr>
              <a:t>handshake_messages</a:t>
            </a:r>
            <a:r>
              <a:rPr lang="en-IN" sz="2400" dirty="0">
                <a:solidFill>
                  <a:srgbClr val="0000FF"/>
                </a:solidFill>
                <a:latin typeface="Times New Roman" panose="02020603050405020304" pitchFamily="18" charset="0"/>
                <a:cs typeface="Times New Roman" panose="02020603050405020304" pitchFamily="18" charset="0"/>
              </a:rPr>
              <a:t> </a:t>
            </a:r>
            <a:r>
              <a:rPr lang="en-IN" sz="2400" dirty="0" smtClean="0">
                <a:solidFill>
                  <a:srgbClr val="0000FF"/>
                </a:solidFill>
                <a:latin typeface="Times New Roman" panose="02020603050405020304" pitchFamily="18" charset="0"/>
                <a:cs typeface="Times New Roman" panose="02020603050405020304" pitchFamily="18" charset="0"/>
              </a:rPr>
              <a:t>||Sender </a:t>
            </a:r>
            <a:r>
              <a:rPr lang="en-IN" sz="2400" dirty="0">
                <a:solidFill>
                  <a:srgbClr val="0000FF"/>
                </a:solidFill>
                <a:latin typeface="Times New Roman" panose="02020603050405020304" pitchFamily="18" charset="0"/>
                <a:cs typeface="Times New Roman" panose="02020603050405020304" pitchFamily="18" charset="0"/>
              </a:rPr>
              <a:t>|| </a:t>
            </a:r>
            <a:r>
              <a:rPr lang="en-IN" sz="2400" dirty="0" err="1" smtClean="0">
                <a:solidFill>
                  <a:srgbClr val="0000FF"/>
                </a:solidFill>
                <a:latin typeface="Times New Roman" panose="02020603050405020304" pitchFamily="18" charset="0"/>
                <a:cs typeface="Times New Roman" panose="02020603050405020304" pitchFamily="18" charset="0"/>
              </a:rPr>
              <a:t>master_secret</a:t>
            </a:r>
            <a:r>
              <a:rPr lang="en-IN" sz="2400" dirty="0" smtClean="0">
                <a:solidFill>
                  <a:srgbClr val="0000FF"/>
                </a:solidFill>
                <a:latin typeface="Times New Roman" panose="02020603050405020304" pitchFamily="18" charset="0"/>
                <a:cs typeface="Times New Roman" panose="02020603050405020304" pitchFamily="18" charset="0"/>
              </a:rPr>
              <a:t> </a:t>
            </a:r>
            <a:r>
              <a:rPr lang="en-IN" sz="2400" dirty="0">
                <a:solidFill>
                  <a:srgbClr val="0000FF"/>
                </a:solidFill>
                <a:latin typeface="Times New Roman" panose="02020603050405020304" pitchFamily="18" charset="0"/>
                <a:cs typeface="Times New Roman" panose="02020603050405020304" pitchFamily="18" charset="0"/>
              </a:rPr>
              <a:t>|| pad1))</a:t>
            </a:r>
          </a:p>
          <a:p>
            <a:r>
              <a:rPr lang="en-IN" sz="2400" dirty="0">
                <a:solidFill>
                  <a:srgbClr val="0000FF"/>
                </a:solidFill>
                <a:latin typeface="Times New Roman" panose="02020603050405020304" pitchFamily="18" charset="0"/>
                <a:cs typeface="Times New Roman" panose="02020603050405020304" pitchFamily="18" charset="0"/>
              </a:rPr>
              <a:t>SHA(</a:t>
            </a:r>
            <a:r>
              <a:rPr lang="en-IN" sz="2400" dirty="0" err="1">
                <a:solidFill>
                  <a:srgbClr val="0000FF"/>
                </a:solidFill>
                <a:latin typeface="Times New Roman" panose="02020603050405020304" pitchFamily="18" charset="0"/>
                <a:cs typeface="Times New Roman" panose="02020603050405020304" pitchFamily="18" charset="0"/>
              </a:rPr>
              <a:t>master_secret</a:t>
            </a:r>
            <a:r>
              <a:rPr lang="en-IN" sz="2400" dirty="0">
                <a:solidFill>
                  <a:srgbClr val="0000FF"/>
                </a:solidFill>
                <a:latin typeface="Times New Roman" panose="02020603050405020304" pitchFamily="18" charset="0"/>
                <a:cs typeface="Times New Roman" panose="02020603050405020304" pitchFamily="18" charset="0"/>
              </a:rPr>
              <a:t> || pad2 || SHA(</a:t>
            </a:r>
            <a:r>
              <a:rPr lang="en-IN" sz="2400" dirty="0" err="1">
                <a:solidFill>
                  <a:srgbClr val="0000FF"/>
                </a:solidFill>
                <a:latin typeface="Times New Roman" panose="02020603050405020304" pitchFamily="18" charset="0"/>
                <a:cs typeface="Times New Roman" panose="02020603050405020304" pitchFamily="18" charset="0"/>
              </a:rPr>
              <a:t>handshake_messages</a:t>
            </a:r>
            <a:r>
              <a:rPr lang="en-IN" sz="2400" dirty="0">
                <a:solidFill>
                  <a:srgbClr val="0000FF"/>
                </a:solidFill>
                <a:latin typeface="Times New Roman" panose="02020603050405020304" pitchFamily="18" charset="0"/>
                <a:cs typeface="Times New Roman" panose="02020603050405020304" pitchFamily="18" charset="0"/>
              </a:rPr>
              <a:t> ||</a:t>
            </a:r>
          </a:p>
          <a:p>
            <a:r>
              <a:rPr lang="en-IN" sz="2400" dirty="0">
                <a:solidFill>
                  <a:srgbClr val="0000FF"/>
                </a:solidFill>
                <a:latin typeface="Times New Roman" panose="02020603050405020304" pitchFamily="18" charset="0"/>
                <a:cs typeface="Times New Roman" panose="02020603050405020304" pitchFamily="18" charset="0"/>
              </a:rPr>
              <a:t>Sender || </a:t>
            </a:r>
            <a:r>
              <a:rPr lang="en-IN" sz="2400" dirty="0" err="1">
                <a:solidFill>
                  <a:srgbClr val="0000FF"/>
                </a:solidFill>
                <a:latin typeface="Times New Roman" panose="02020603050405020304" pitchFamily="18" charset="0"/>
                <a:cs typeface="Times New Roman" panose="02020603050405020304" pitchFamily="18" charset="0"/>
              </a:rPr>
              <a:t>master_secret</a:t>
            </a:r>
            <a:r>
              <a:rPr lang="en-IN" sz="2400" dirty="0">
                <a:solidFill>
                  <a:srgbClr val="0000FF"/>
                </a:solidFill>
                <a:latin typeface="Times New Roman" panose="02020603050405020304" pitchFamily="18" charset="0"/>
                <a:cs typeface="Times New Roman" panose="02020603050405020304" pitchFamily="18" charset="0"/>
              </a:rPr>
              <a:t> || pad1</a:t>
            </a:r>
            <a:r>
              <a:rPr lang="en-IN" sz="2400" dirty="0" smtClean="0">
                <a:solidFill>
                  <a:srgbClr val="0000FF"/>
                </a:solidFill>
                <a:latin typeface="Times New Roman" panose="02020603050405020304" pitchFamily="18" charset="0"/>
                <a:cs typeface="Times New Roman" panose="02020603050405020304" pitchFamily="18" charset="0"/>
              </a:rPr>
              <a:t>))</a:t>
            </a:r>
          </a:p>
          <a:p>
            <a:r>
              <a:rPr lang="en-US" sz="2400" i="1" dirty="0" smtClean="0">
                <a:latin typeface="Times New Roman" panose="02020603050405020304" pitchFamily="18" charset="0"/>
                <a:cs typeface="Times New Roman" panose="02020603050405020304" pitchFamily="18" charset="0"/>
              </a:rPr>
              <a:t>Sender  </a:t>
            </a:r>
            <a:r>
              <a:rPr lang="en-US" sz="2400" i="1" dirty="0" smtClean="0">
                <a:latin typeface="Times New Roman" panose="02020603050405020304" pitchFamily="18" charset="0"/>
                <a:cs typeface="Times New Roman" panose="02020603050405020304" pitchFamily="18" charset="0"/>
                <a:sym typeface="Wingdings" panose="05000000000000000000" pitchFamily="2" charset="2"/>
              </a:rPr>
              <a:t></a:t>
            </a:r>
            <a:r>
              <a:rPr lang="en-US" sz="2400" i="1" dirty="0" smtClean="0">
                <a:latin typeface="Times New Roman" panose="02020603050405020304" pitchFamily="18" charset="0"/>
                <a:cs typeface="Times New Roman" panose="02020603050405020304" pitchFamily="18" charset="0"/>
              </a:rPr>
              <a:t> code that identifies that the sender is the client</a:t>
            </a:r>
          </a:p>
          <a:p>
            <a:r>
              <a:rPr lang="en-US" sz="2400" i="1" dirty="0" err="1" smtClean="0">
                <a:latin typeface="Times New Roman" panose="02020603050405020304" pitchFamily="18" charset="0"/>
                <a:cs typeface="Times New Roman" panose="02020603050405020304" pitchFamily="18" charset="0"/>
              </a:rPr>
              <a:t>handshake_messages</a:t>
            </a:r>
            <a:r>
              <a:rPr lang="en-US" sz="2400" i="1" dirty="0" smtClean="0">
                <a:latin typeface="Times New Roman" panose="02020603050405020304" pitchFamily="18" charset="0"/>
                <a:cs typeface="Times New Roman" panose="02020603050405020304" pitchFamily="18" charset="0"/>
                <a:sym typeface="Wingdings" panose="05000000000000000000" pitchFamily="2" charset="2"/>
              </a:rPr>
              <a:t></a:t>
            </a:r>
            <a:r>
              <a:rPr lang="en-US" sz="2400" i="1" dirty="0" smtClean="0">
                <a:latin typeface="Times New Roman" panose="02020603050405020304" pitchFamily="18" charset="0"/>
                <a:cs typeface="Times New Roman" panose="02020603050405020304" pitchFamily="18" charset="0"/>
              </a:rPr>
              <a:t> is all of the data from all handshake messages up to but </a:t>
            </a:r>
            <a:r>
              <a:rPr lang="en-IN" sz="2400" i="1" dirty="0" smtClean="0">
                <a:latin typeface="Times New Roman" panose="02020603050405020304" pitchFamily="18" charset="0"/>
                <a:cs typeface="Times New Roman" panose="02020603050405020304" pitchFamily="18" charset="0"/>
              </a:rPr>
              <a:t>not including this message.</a:t>
            </a:r>
            <a:endParaRPr lang="en-IN"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2911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20081"/>
            <a:ext cx="13458636" cy="998815"/>
          </a:xfrm>
        </p:spPr>
        <p:txBody>
          <a:bodyPr/>
          <a:lstStyle/>
          <a:p>
            <a:r>
              <a:rPr lang="en-US" b="1" dirty="0"/>
              <a:t>SECURE SOCKET LAYER AND </a:t>
            </a:r>
            <a:r>
              <a:rPr lang="en-US" b="1" dirty="0" smtClean="0"/>
              <a:t>TRANSPORT </a:t>
            </a:r>
            <a:r>
              <a:rPr lang="en-IN" b="1" dirty="0" smtClean="0"/>
              <a:t>LAYER </a:t>
            </a:r>
            <a:r>
              <a:rPr lang="en-IN" b="1" dirty="0"/>
              <a:t>SECURITY</a:t>
            </a:r>
            <a:endParaRPr lang="en-IN"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864476" y="1157286"/>
            <a:ext cx="3661580" cy="523220"/>
          </a:xfrm>
          <a:prstGeom prst="rect">
            <a:avLst/>
          </a:prstGeom>
        </p:spPr>
        <p:txBody>
          <a:bodyPr wrap="none">
            <a:spAutoFit/>
          </a:bodyPr>
          <a:lstStyle/>
          <a:p>
            <a:r>
              <a:rPr lang="en-IN" sz="2800" b="1" dirty="0">
                <a:solidFill>
                  <a:srgbClr val="808080"/>
                </a:solidFill>
                <a:latin typeface="Bembo-Bold"/>
              </a:rPr>
              <a:t>Handshake Protocol</a:t>
            </a:r>
            <a:endParaRPr lang="en-IN" dirty="0"/>
          </a:p>
        </p:txBody>
      </p:sp>
      <p:sp>
        <p:nvSpPr>
          <p:cNvPr id="3" name="Rectangle 2"/>
          <p:cNvSpPr/>
          <p:nvPr/>
        </p:nvSpPr>
        <p:spPr>
          <a:xfrm>
            <a:off x="380998" y="1677878"/>
            <a:ext cx="8686801" cy="492443"/>
          </a:xfrm>
          <a:prstGeom prst="rect">
            <a:avLst/>
          </a:prstGeom>
        </p:spPr>
        <p:txBody>
          <a:bodyPr wrap="square">
            <a:spAutoFit/>
          </a:bodyPr>
          <a:lstStyle/>
          <a:p>
            <a:r>
              <a:rPr lang="en-US" sz="2400" b="1" i="1" u="sng" dirty="0">
                <a:latin typeface="Times New Roman" panose="02020603050405020304" pitchFamily="18" charset="0"/>
                <a:cs typeface="Times New Roman" panose="02020603050405020304" pitchFamily="18" charset="0"/>
              </a:rPr>
              <a:t>PHASE </a:t>
            </a:r>
            <a:r>
              <a:rPr lang="en-US" sz="2400" b="1" i="1" u="sng" dirty="0" smtClean="0">
                <a:latin typeface="Times New Roman" panose="02020603050405020304" pitchFamily="18" charset="0"/>
                <a:cs typeface="Times New Roman" panose="02020603050405020304" pitchFamily="18" charset="0"/>
              </a:rPr>
              <a:t>4. </a:t>
            </a:r>
            <a:r>
              <a:rPr lang="en-IN" b="1" i="1" dirty="0" smtClean="0"/>
              <a:t>FINISH (contd.)</a:t>
            </a:r>
            <a:endParaRPr lang="en-IN" sz="2400" u="sng" dirty="0">
              <a:latin typeface="Times New Roman" panose="02020603050405020304" pitchFamily="18" charset="0"/>
              <a:cs typeface="Times New Roman" panose="02020603050405020304" pitchFamily="18" charset="0"/>
            </a:endParaRPr>
          </a:p>
        </p:txBody>
      </p:sp>
      <p:sp>
        <p:nvSpPr>
          <p:cNvPr id="8" name="Rectangle 7"/>
          <p:cNvSpPr/>
          <p:nvPr/>
        </p:nvSpPr>
        <p:spPr>
          <a:xfrm>
            <a:off x="310780" y="2209635"/>
            <a:ext cx="9747620" cy="400110"/>
          </a:xfrm>
          <a:prstGeom prst="rect">
            <a:avLst/>
          </a:prstGeom>
        </p:spPr>
        <p:txBody>
          <a:bodyPr wrap="square">
            <a:spAutoFit/>
          </a:bodyPr>
          <a:lstStyle/>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533400" y="3048000"/>
            <a:ext cx="13106402" cy="1815882"/>
          </a:xfrm>
          <a:prstGeom prst="rect">
            <a:avLst/>
          </a:prstGeom>
        </p:spPr>
        <p:txBody>
          <a:bodyPr wrap="square">
            <a:spAutoFit/>
          </a:bodyPr>
          <a:lstStyle/>
          <a:p>
            <a:r>
              <a:rPr lang="en-US" sz="2800" dirty="0"/>
              <a:t>In response to these two messages, </a:t>
            </a:r>
            <a:endParaRPr lang="en-US" sz="2800" dirty="0" smtClean="0"/>
          </a:p>
          <a:p>
            <a:r>
              <a:rPr lang="en-US" sz="2800" dirty="0"/>
              <a:t>T</a:t>
            </a:r>
            <a:r>
              <a:rPr lang="en-US" sz="2800" dirty="0" smtClean="0"/>
              <a:t>he </a:t>
            </a:r>
            <a:r>
              <a:rPr lang="en-US" sz="2800" dirty="0"/>
              <a:t>server sends its </a:t>
            </a:r>
            <a:r>
              <a:rPr lang="en-US" sz="2800" dirty="0" smtClean="0"/>
              <a:t>own </a:t>
            </a:r>
            <a:r>
              <a:rPr lang="en-US" sz="2800" dirty="0" err="1" smtClean="0"/>
              <a:t>change_cipher_spec</a:t>
            </a:r>
            <a:r>
              <a:rPr lang="en-US" sz="2800" dirty="0" smtClean="0"/>
              <a:t> </a:t>
            </a:r>
            <a:r>
              <a:rPr lang="en-US" sz="2800" dirty="0"/>
              <a:t>message, transfers the pending to the current </a:t>
            </a:r>
            <a:r>
              <a:rPr lang="en-US" sz="2800" dirty="0" err="1" smtClean="0"/>
              <a:t>CipherSpec,and</a:t>
            </a:r>
            <a:r>
              <a:rPr lang="en-US" sz="2800" dirty="0" smtClean="0"/>
              <a:t> </a:t>
            </a:r>
            <a:r>
              <a:rPr lang="en-US" sz="2800" dirty="0"/>
              <a:t>sends its finished message. At this point, the handshake is complete and </a:t>
            </a:r>
            <a:r>
              <a:rPr lang="en-US" sz="2800" dirty="0" smtClean="0"/>
              <a:t>the client </a:t>
            </a:r>
            <a:r>
              <a:rPr lang="en-US" sz="2800" dirty="0"/>
              <a:t>and server may begin to exchange application-layer data.</a:t>
            </a:r>
            <a:endParaRPr lang="en-IN" sz="2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09116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14564" y="448985"/>
            <a:ext cx="13306236" cy="694015"/>
          </a:xfrm>
        </p:spPr>
        <p:txBody>
          <a:bodyPr/>
          <a:lstStyle/>
          <a:p>
            <a:pPr lvl="0"/>
            <a:endParaRPr lang="en-IN" sz="3600" dirty="0"/>
          </a:p>
        </p:txBody>
      </p:sp>
      <p:sp>
        <p:nvSpPr>
          <p:cNvPr id="2" name="TextBox 1"/>
          <p:cNvSpPr txBox="1"/>
          <p:nvPr/>
        </p:nvSpPr>
        <p:spPr>
          <a:xfrm>
            <a:off x="5715000" y="3581400"/>
            <a:ext cx="4191000" cy="1692771"/>
          </a:xfrm>
          <a:prstGeom prst="rect">
            <a:avLst/>
          </a:prstGeom>
          <a:noFill/>
        </p:spPr>
        <p:txBody>
          <a:bodyPr wrap="square" rtlCol="0">
            <a:spAutoFit/>
          </a:bodyPr>
          <a:lstStyle/>
          <a:p>
            <a:r>
              <a:rPr lang="en-US" sz="6000" dirty="0" smtClean="0">
                <a:latin typeface="Berlin Sans FB Demi" panose="020E0802020502020306" pitchFamily="34" charset="0"/>
                <a:ea typeface="Nirmala UI" panose="020B0502040204020203" pitchFamily="34" charset="0"/>
                <a:cs typeface="Nirmala UI" panose="020B0502040204020203" pitchFamily="34" charset="0"/>
              </a:rPr>
              <a:t>Thankyou</a:t>
            </a:r>
            <a:endParaRPr lang="en-US" sz="4400" dirty="0" smtClean="0">
              <a:latin typeface="Berlin Sans FB Demi" panose="020E0802020502020306" pitchFamily="34" charset="0"/>
              <a:ea typeface="Nirmala UI" panose="020B0502040204020203" pitchFamily="34" charset="0"/>
              <a:cs typeface="Nirmala UI" panose="020B0502040204020203" pitchFamily="34" charset="0"/>
            </a:endParaRPr>
          </a:p>
          <a:p>
            <a:endParaRPr lang="en-IN" sz="4400" dirty="0">
              <a:latin typeface="Nirmala UI" panose="020B0502040204020203" pitchFamily="34" charset="0"/>
              <a:ea typeface="Nirmala UI" panose="020B0502040204020203" pitchFamily="34" charset="0"/>
              <a:cs typeface="Nirmala UI" panose="020B0502040204020203" pitchFamily="34" charset="0"/>
            </a:endParaRPr>
          </a:p>
        </p:txBody>
      </p:sp>
    </p:spTree>
    <p:extLst>
      <p:ext uri="{BB962C8B-B14F-4D97-AF65-F5344CB8AC3E}">
        <p14:creationId xmlns:p14="http://schemas.microsoft.com/office/powerpoint/2010/main" val="291326343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 with Water 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genda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 Div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py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with Water Mark</Template>
  <TotalTime>10809</TotalTime>
  <Words>3203</Words>
  <Application>Microsoft Office PowerPoint</Application>
  <PresentationFormat>Custom</PresentationFormat>
  <Paragraphs>206</Paragraphs>
  <Slides>22</Slides>
  <Notes>22</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22</vt:i4>
      </vt:variant>
    </vt:vector>
  </HeadingPairs>
  <TitlesOfParts>
    <vt:vector size="40" baseType="lpstr">
      <vt:lpstr>ＭＳ Ｐゴシック</vt:lpstr>
      <vt:lpstr>Arial</vt:lpstr>
      <vt:lpstr>Bembo-Bold</vt:lpstr>
      <vt:lpstr>Berlin Sans FB Demi</vt:lpstr>
      <vt:lpstr>Calibri</vt:lpstr>
      <vt:lpstr>Nirmala UI</vt:lpstr>
      <vt:lpstr>Nobel-Book</vt:lpstr>
      <vt:lpstr>Roboto Medium</vt:lpstr>
      <vt:lpstr>Times</vt:lpstr>
      <vt:lpstr>Times New Roman</vt:lpstr>
      <vt:lpstr>TimesTen-Bold</vt:lpstr>
      <vt:lpstr>TimesTen-Roman</vt:lpstr>
      <vt:lpstr>Wingdings</vt:lpstr>
      <vt:lpstr>Template with Water Mark</vt:lpstr>
      <vt:lpstr>Agenda Slides</vt:lpstr>
      <vt:lpstr>Slide Divider</vt:lpstr>
      <vt:lpstr>Copy Slides</vt:lpstr>
      <vt:lpstr>Thank You</vt:lpstr>
      <vt:lpstr>UNIT-2  SECURITY AT TRANSPORT LAYER</vt:lpstr>
      <vt:lpstr>WEB SECURITY CONSIDERATIONS</vt:lpstr>
      <vt:lpstr>Web Security Threats</vt:lpstr>
      <vt:lpstr>Web Traffic Security Approaches(scope of applicability withIN tcp/ip stack)</vt:lpstr>
      <vt:lpstr>SECURE SOCKET LAYER AND TRANSPORT LAYER SECURITY</vt:lpstr>
      <vt:lpstr>SSL Architecture</vt:lpstr>
      <vt:lpstr>SSL Architecture</vt:lpstr>
      <vt:lpstr>SSL Architecture</vt:lpstr>
      <vt:lpstr>SSL Record Protocol</vt:lpstr>
      <vt:lpstr>SSL Record Protocol</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SECURE SOCKET LAYER AND TRANSPORT LAYER SECURITY</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Ranjitha U N</cp:lastModifiedBy>
  <cp:revision>537</cp:revision>
  <dcterms:created xsi:type="dcterms:W3CDTF">2020-06-11T05:44:30Z</dcterms:created>
  <dcterms:modified xsi:type="dcterms:W3CDTF">2026-05-19T03:27:41Z</dcterms:modified>
</cp:coreProperties>
</file>