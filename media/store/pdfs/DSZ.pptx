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9"/>
  </p:notesMasterIdLst>
  <p:sldIdLst>
    <p:sldId id="257" r:id="rId2"/>
    <p:sldId id="258" r:id="rId3"/>
    <p:sldId id="259" r:id="rId4"/>
    <p:sldId id="260" r:id="rId5"/>
    <p:sldId id="286" r:id="rId6"/>
    <p:sldId id="263" r:id="rId7"/>
    <p:sldId id="264" r:id="rId8"/>
    <p:sldId id="265" r:id="rId9"/>
    <p:sldId id="266" r:id="rId10"/>
    <p:sldId id="289" r:id="rId11"/>
    <p:sldId id="267" r:id="rId12"/>
    <p:sldId id="268" r:id="rId13"/>
    <p:sldId id="271" r:id="rId14"/>
    <p:sldId id="272" r:id="rId15"/>
    <p:sldId id="273" r:id="rId16"/>
    <p:sldId id="287" r:id="rId17"/>
    <p:sldId id="291" r:id="rId18"/>
  </p:sldIdLst>
  <p:sldSz cx="9144000" cy="5143500" type="screen16x9"/>
  <p:notesSz cx="6858000" cy="9144000"/>
  <p:embeddedFontLst>
    <p:embeddedFont>
      <p:font typeface="Algerian" pitchFamily="82" charset="0"/>
      <p:regular r:id="rId20"/>
    </p:embeddedFont>
    <p:embeddedFont>
      <p:font typeface="IBM Plex Mono" charset="0"/>
      <p:regular r:id="rId21"/>
      <p:bold r:id="rId22"/>
      <p:italic r:id="rId23"/>
      <p:boldItalic r:id="rId24"/>
    </p:embeddedFont>
    <p:embeddedFont>
      <p:font typeface="Poppins" charset="0"/>
      <p:regular r:id="rId25"/>
      <p:bold r:id="rId26"/>
      <p:italic r:id="rId27"/>
      <p:boldItalic r:id="rId28"/>
    </p:embeddedFont>
    <p:embeddedFont>
      <p:font typeface="Calibri" pitchFamily="34" charset="0"/>
      <p:regular r:id="rId29"/>
      <p:bold r:id="rId30"/>
      <p:italic r:id="rId31"/>
      <p:boldItalic r:id="rId32"/>
    </p:embeddedFont>
    <p:embeddedFont>
      <p:font typeface="Trebuchet MS" pitchFamily="34" charset="0"/>
      <p:regular r:id="rId33"/>
      <p:bold r:id="rId34"/>
      <p:italic r:id="rId35"/>
      <p:boldItalic r:id="rId36"/>
    </p:embeddedFont>
    <p:embeddedFont>
      <p:font typeface="Source Code Pro"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6699FF"/>
    <a:srgbClr val="0066FF"/>
    <a:srgbClr val="6666FF"/>
  </p:clrMru>
</p:presentationPr>
</file>

<file path=ppt/tableStyles.xml><?xml version="1.0" encoding="utf-8"?>
<a:tblStyleLst xmlns:a="http://schemas.openxmlformats.org/drawingml/2006/main" def="{D9CC534F-206A-4BAF-B0CE-D118635BD257}">
  <a:tblStyle styleId="{D9CC534F-206A-4BAF-B0CE-D118635BD25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4890" autoAdjust="0"/>
    <p:restoredTop sz="94660"/>
  </p:normalViewPr>
  <p:slideViewPr>
    <p:cSldViewPr>
      <p:cViewPr>
        <p:scale>
          <a:sx n="75" d="100"/>
          <a:sy n="75" d="100"/>
        </p:scale>
        <p:origin x="-1522" y="-65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g24ed99bf1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 name="Google Shape;1456;g24ed99bf1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24e6b4d5c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5" name="Google Shape;1665;g24e6b4d5c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24ed99bf1a4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2"/>
        <p:cNvGrpSpPr/>
        <p:nvPr/>
      </p:nvGrpSpPr>
      <p:grpSpPr>
        <a:xfrm>
          <a:off x="0" y="0"/>
          <a:ext cx="0" cy="0"/>
          <a:chOff x="0" y="0"/>
          <a:chExt cx="0" cy="0"/>
        </a:xfrm>
      </p:grpSpPr>
      <p:sp>
        <p:nvSpPr>
          <p:cNvPr id="1743" name="Google Shape;1743;g24ed99bf1a4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4" name="Google Shape;1744;g24ed99bf1a4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6"/>
        <p:cNvGrpSpPr/>
        <p:nvPr/>
      </p:nvGrpSpPr>
      <p:grpSpPr>
        <a:xfrm>
          <a:off x="0" y="0"/>
          <a:ext cx="0" cy="0"/>
          <a:chOff x="0" y="0"/>
          <a:chExt cx="0" cy="0"/>
        </a:xfrm>
      </p:grpSpPr>
      <p:sp>
        <p:nvSpPr>
          <p:cNvPr id="1757" name="Google Shape;1757;g24ed99bf1a4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8" name="Google Shape;1758;g24ed99bf1a4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6"/>
        <p:cNvGrpSpPr/>
        <p:nvPr/>
      </p:nvGrpSpPr>
      <p:grpSpPr>
        <a:xfrm>
          <a:off x="0" y="0"/>
          <a:ext cx="0" cy="0"/>
          <a:chOff x="0" y="0"/>
          <a:chExt cx="0" cy="0"/>
        </a:xfrm>
      </p:grpSpPr>
      <p:sp>
        <p:nvSpPr>
          <p:cNvPr id="1757" name="Google Shape;1757;g24ed99bf1a4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8" name="Google Shape;1758;g24ed99bf1a4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8"/>
        <p:cNvGrpSpPr/>
        <p:nvPr/>
      </p:nvGrpSpPr>
      <p:grpSpPr>
        <a:xfrm>
          <a:off x="0" y="0"/>
          <a:ext cx="0" cy="0"/>
          <a:chOff x="0" y="0"/>
          <a:chExt cx="0" cy="0"/>
        </a:xfrm>
      </p:grpSpPr>
      <p:sp>
        <p:nvSpPr>
          <p:cNvPr id="1839" name="Google Shape;1839;g24ed99bf1a4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0" name="Google Shape;1840;g24ed99bf1a4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3"/>
        <p:cNvGrpSpPr/>
        <p:nvPr/>
      </p:nvGrpSpPr>
      <p:grpSpPr>
        <a:xfrm>
          <a:off x="0" y="0"/>
          <a:ext cx="0" cy="0"/>
          <a:chOff x="0" y="0"/>
          <a:chExt cx="0" cy="0"/>
        </a:xfrm>
      </p:grpSpPr>
      <p:sp>
        <p:nvSpPr>
          <p:cNvPr id="1854" name="Google Shape;1854;g24ed99bf1a4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5" name="Google Shape;1855;g24ed99bf1a4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2"/>
        <p:cNvGrpSpPr/>
        <p:nvPr/>
      </p:nvGrpSpPr>
      <p:grpSpPr>
        <a:xfrm>
          <a:off x="0" y="0"/>
          <a:ext cx="0" cy="0"/>
          <a:chOff x="0" y="0"/>
          <a:chExt cx="0" cy="0"/>
        </a:xfrm>
      </p:grpSpPr>
      <p:sp>
        <p:nvSpPr>
          <p:cNvPr id="2023" name="Google Shape;2023;g24e6b4d5c31_0_1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4" name="Google Shape;2024;g24e6b4d5c31_0_1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0"/>
        <p:cNvGrpSpPr/>
        <p:nvPr/>
      </p:nvGrpSpPr>
      <p:grpSpPr>
        <a:xfrm>
          <a:off x="0" y="0"/>
          <a:ext cx="0" cy="0"/>
          <a:chOff x="0" y="0"/>
          <a:chExt cx="0" cy="0"/>
        </a:xfrm>
      </p:grpSpPr>
      <p:sp>
        <p:nvSpPr>
          <p:cNvPr id="2071" name="Google Shape;2071;g24f622bbca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2" name="Google Shape;2072;g24f622bbca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6"/>
        <p:cNvGrpSpPr/>
        <p:nvPr/>
      </p:nvGrpSpPr>
      <p:grpSpPr>
        <a:xfrm>
          <a:off x="0" y="0"/>
          <a:ext cx="0" cy="0"/>
          <a:chOff x="0" y="0"/>
          <a:chExt cx="0" cy="0"/>
        </a:xfrm>
      </p:grpSpPr>
      <p:sp>
        <p:nvSpPr>
          <p:cNvPr id="2077" name="Google Shape;2077;g24e6b4d5c31_0_1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8" name="Google Shape;2078;g24e6b4d5c31_0_1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p:cNvGrpSpPr/>
        <p:nvPr/>
      </p:nvGrpSpPr>
      <p:grpSpPr>
        <a:xfrm>
          <a:off x="0" y="0"/>
          <a:ext cx="0" cy="0"/>
          <a:chOff x="0" y="0"/>
          <a:chExt cx="0" cy="0"/>
        </a:xfrm>
      </p:grpSpPr>
      <p:sp>
        <p:nvSpPr>
          <p:cNvPr id="2390" name="Google Shape;2390;g24ef22aa1ac_0_16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1" name="Google Shape;2391;g24ef22aa1ac_0_1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p:cNvGrpSpPr/>
        <p:nvPr/>
      </p:nvGrpSpPr>
      <p:grpSpPr>
        <a:xfrm>
          <a:off x="0" y="0"/>
          <a:ext cx="0" cy="0"/>
          <a:chOff x="0" y="0"/>
          <a:chExt cx="0" cy="0"/>
        </a:xfrm>
      </p:grpSpPr>
      <p:sp>
        <p:nvSpPr>
          <p:cNvPr id="2390" name="Google Shape;2390;g24ef22aa1ac_0_16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1" name="Google Shape;2391;g24ef22aa1ac_0_1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5"/>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7" name="Google Shape;177;p5"/>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5"/>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79" name="Google Shape;179;p5"/>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4" name="Google Shape;254;p6"/>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255" name="Google Shape;25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9" name="Google Shape;269;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4" name="Google Shape;28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4" name="Google Shape;29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8" name="Google Shape;308;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3" name="Google Shape;32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3" name="Google Shape;33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6" name="Google Shape;336;p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37" name="Google Shape;337;p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8"/>
        <p:cNvGrpSpPr/>
        <p:nvPr/>
      </p:nvGrpSpPr>
      <p:grpSpPr>
        <a:xfrm>
          <a:off x="0" y="0"/>
          <a:ext cx="0" cy="0"/>
          <a:chOff x="0" y="0"/>
          <a:chExt cx="0" cy="0"/>
        </a:xfrm>
      </p:grpSpPr>
      <p:sp>
        <p:nvSpPr>
          <p:cNvPr id="339" name="Google Shape;339;p7"/>
          <p:cNvSpPr txBox="1">
            <a:spLocks noGrp="1"/>
          </p:cNvSpPr>
          <p:nvPr>
            <p:ph type="subTitle" idx="1"/>
          </p:nvPr>
        </p:nvSpPr>
        <p:spPr>
          <a:xfrm>
            <a:off x="713225" y="1160775"/>
            <a:ext cx="7710900" cy="345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a:endParaRPr/>
          </a:p>
        </p:txBody>
      </p:sp>
      <p:sp>
        <p:nvSpPr>
          <p:cNvPr id="340" name="Google Shape;340;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rot="-2700000">
              <a:off x="6782013" y="-26000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9" name="Google Shape;349;p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50" name="Google Shape;350;p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alphaModFix/>
            </a:blip>
            <a:srcRect l="16960" t="24718" r="7121" b="26177"/>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7"/>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5"/>
        <p:cNvGrpSpPr/>
        <p:nvPr/>
      </p:nvGrpSpPr>
      <p:grpSpPr>
        <a:xfrm>
          <a:off x="0" y="0"/>
          <a:ext cx="0" cy="0"/>
          <a:chOff x="0" y="0"/>
          <a:chExt cx="0" cy="0"/>
        </a:xfrm>
      </p:grpSpPr>
      <p:sp>
        <p:nvSpPr>
          <p:cNvPr id="376" name="Google Shape;376;p9"/>
          <p:cNvSpPr txBox="1">
            <a:spLocks noGrp="1"/>
          </p:cNvSpPr>
          <p:nvPr>
            <p:ph type="title"/>
          </p:nvPr>
        </p:nvSpPr>
        <p:spPr>
          <a:xfrm>
            <a:off x="720000" y="919750"/>
            <a:ext cx="3145200" cy="140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9"/>
          <p:cNvSpPr txBox="1">
            <a:spLocks noGrp="1"/>
          </p:cNvSpPr>
          <p:nvPr>
            <p:ph type="subTitle" idx="1"/>
          </p:nvPr>
        </p:nvSpPr>
        <p:spPr>
          <a:xfrm>
            <a:off x="720000" y="2628350"/>
            <a:ext cx="3145200" cy="15954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a:endParaRPr/>
          </a:p>
        </p:txBody>
      </p:sp>
      <p:sp>
        <p:nvSpPr>
          <p:cNvPr id="378" name="Google Shape;378;p9"/>
          <p:cNvSpPr>
            <a:spLocks noGrp="1"/>
          </p:cNvSpPr>
          <p:nvPr>
            <p:ph type="pic" idx="2"/>
          </p:nvPr>
        </p:nvSpPr>
        <p:spPr>
          <a:xfrm>
            <a:off x="4135800" y="539500"/>
            <a:ext cx="4295100" cy="4069200"/>
          </a:xfrm>
          <a:prstGeom prst="snip1Rect">
            <a:avLst>
              <a:gd name="adj" fmla="val 16667"/>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l="16960" t="24718" r="7121" b="26177"/>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 name="Google Shape;409;p9"/>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4"/>
        <p:cNvGrpSpPr/>
        <p:nvPr/>
      </p:nvGrpSpPr>
      <p:grpSpPr>
        <a:xfrm>
          <a:off x="0" y="0"/>
          <a:ext cx="0" cy="0"/>
          <a:chOff x="0" y="0"/>
          <a:chExt cx="0" cy="0"/>
        </a:xfrm>
      </p:grpSpPr>
      <p:sp>
        <p:nvSpPr>
          <p:cNvPr id="425" name="Google Shape;425;p10"/>
          <p:cNvSpPr>
            <a:spLocks noGrp="1"/>
          </p:cNvSpPr>
          <p:nvPr>
            <p:ph type="pic" idx="2"/>
          </p:nvPr>
        </p:nvSpPr>
        <p:spPr>
          <a:xfrm>
            <a:off x="0" y="0"/>
            <a:ext cx="9144000" cy="5143500"/>
          </a:xfrm>
          <a:prstGeom prst="rect">
            <a:avLst/>
          </a:prstGeom>
          <a:noFill/>
          <a:ln>
            <a:noFill/>
          </a:ln>
        </p:spPr>
      </p:sp>
      <p:sp>
        <p:nvSpPr>
          <p:cNvPr id="426" name="Google Shape;426;p10"/>
          <p:cNvSpPr txBox="1">
            <a:spLocks noGrp="1"/>
          </p:cNvSpPr>
          <p:nvPr>
            <p:ph type="title"/>
          </p:nvPr>
        </p:nvSpPr>
        <p:spPr>
          <a:xfrm>
            <a:off x="720000" y="539500"/>
            <a:ext cx="3672000" cy="93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25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7"/>
        <p:cNvGrpSpPr/>
        <p:nvPr/>
      </p:nvGrpSpPr>
      <p:grpSpPr>
        <a:xfrm>
          <a:off x="0" y="0"/>
          <a:ext cx="0" cy="0"/>
          <a:chOff x="0" y="0"/>
          <a:chExt cx="0" cy="0"/>
        </a:xfrm>
      </p:grpSpPr>
      <p:sp>
        <p:nvSpPr>
          <p:cNvPr id="428" name="Google Shape;428;p11"/>
          <p:cNvSpPr txBox="1">
            <a:spLocks noGrp="1"/>
          </p:cNvSpPr>
          <p:nvPr>
            <p:ph type="title" hasCustomPrompt="1"/>
          </p:nvPr>
        </p:nvSpPr>
        <p:spPr>
          <a:xfrm>
            <a:off x="713225" y="1766475"/>
            <a:ext cx="6576000" cy="1036200"/>
          </a:xfrm>
          <a:prstGeom prst="rect">
            <a:avLst/>
          </a:prstGeom>
        </p:spPr>
        <p:txBody>
          <a:bodyPr spcFirstLastPara="1" wrap="square" lIns="91425" tIns="91425" rIns="91425" bIns="91425" anchor="b" anchorCtr="0">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29" name="Google Shape;429;p11"/>
          <p:cNvSpPr txBox="1">
            <a:spLocks noGrp="1"/>
          </p:cNvSpPr>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rot="-5400000">
                <a:off x="891329" y="3148090"/>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8" name="Google Shape;478;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9" name="Google Shape;489;p11"/>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1"/>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98"/>
        <p:cNvGrpSpPr/>
        <p:nvPr/>
      </p:nvGrpSpPr>
      <p:grpSpPr>
        <a:xfrm>
          <a:off x="0" y="0"/>
          <a:ext cx="0" cy="0"/>
          <a:chOff x="0" y="0"/>
          <a:chExt cx="0" cy="0"/>
        </a:xfrm>
      </p:grpSpPr>
      <p:sp>
        <p:nvSpPr>
          <p:cNvPr id="799" name="Google Shape;799;p20"/>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00" name="Google Shape;800;p20"/>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l="16960" t="24718" r="7121" b="26177"/>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2" name="Google Shape;822;p20"/>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3" name="Google Shape;1053;p24"/>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8" name="Google Shape;1058;p24"/>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9" name="Google Shape;1059;p24"/>
          <p:cNvSpPr txBox="1">
            <a:spLocks noGrp="1"/>
          </p:cNvSpPr>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0" name="Google Shape;1060;p24"/>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1" name="Google Shape;1061;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2" name="Google Shape;1062;p24"/>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3" name="Google Shape;1063;p24"/>
          <p:cNvSpPr txBox="1">
            <a:spLocks noGrp="1"/>
          </p:cNvSpPr>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4" name="Google Shape;1064;p24"/>
          <p:cNvSpPr txBox="1">
            <a:spLocks noGrp="1"/>
          </p:cNvSpPr>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l="16960" t="24718" r="7121" b="26177"/>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111"/>
        <p:cNvGrpSpPr/>
        <p:nvPr/>
      </p:nvGrpSpPr>
      <p:grpSpPr>
        <a:xfrm>
          <a:off x="0" y="0"/>
          <a:ext cx="0" cy="0"/>
          <a:chOff x="0" y="0"/>
          <a:chExt cx="0" cy="0"/>
        </a:xfrm>
      </p:grpSpPr>
      <p:sp>
        <p:nvSpPr>
          <p:cNvPr id="1112" name="Google Shape;1112;p25"/>
          <p:cNvSpPr txBox="1">
            <a:spLocks noGrp="1"/>
          </p:cNvSpPr>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3" name="Google Shape;1113;p25"/>
          <p:cNvSpPr txBox="1">
            <a:spLocks noGrp="1"/>
          </p:cNvSpPr>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4" name="Google Shape;1114;p25"/>
          <p:cNvSpPr txBox="1">
            <a:spLocks noGrp="1"/>
          </p:cNvSpPr>
          <p:nvPr>
            <p:ph type="subTitle" idx="3"/>
          </p:nvPr>
        </p:nvSpPr>
        <p:spPr>
          <a:xfrm>
            <a:off x="6448975"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5" name="Google Shape;1115;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6" name="Google Shape;1116;p25"/>
          <p:cNvSpPr txBox="1">
            <a:spLocks noGrp="1"/>
          </p:cNvSpPr>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7" name="Google Shape;1117;p25"/>
          <p:cNvSpPr txBox="1">
            <a:spLocks noGrp="1"/>
          </p:cNvSpPr>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8" name="Google Shape;1118;p25"/>
          <p:cNvSpPr txBox="1">
            <a:spLocks noGrp="1"/>
          </p:cNvSpPr>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9" name="Google Shape;1119;p25"/>
          <p:cNvSpPr>
            <a:spLocks noGrp="1"/>
          </p:cNvSpPr>
          <p:nvPr>
            <p:ph type="pic" idx="7"/>
          </p:nvPr>
        </p:nvSpPr>
        <p:spPr>
          <a:xfrm>
            <a:off x="720000" y="1236800"/>
            <a:ext cx="1981800" cy="1662300"/>
          </a:xfrm>
          <a:prstGeom prst="snip1Rect">
            <a:avLst>
              <a:gd name="adj" fmla="val 16667"/>
            </a:avLst>
          </a:prstGeom>
          <a:noFill/>
          <a:ln>
            <a:noFill/>
          </a:ln>
        </p:spPr>
      </p:sp>
      <p:sp>
        <p:nvSpPr>
          <p:cNvPr id="1120" name="Google Shape;1120;p25"/>
          <p:cNvSpPr>
            <a:spLocks noGrp="1"/>
          </p:cNvSpPr>
          <p:nvPr>
            <p:ph type="pic" idx="8"/>
          </p:nvPr>
        </p:nvSpPr>
        <p:spPr>
          <a:xfrm>
            <a:off x="3584475" y="1236800"/>
            <a:ext cx="1981800" cy="1662300"/>
          </a:xfrm>
          <a:prstGeom prst="snip1Rect">
            <a:avLst>
              <a:gd name="adj" fmla="val 16667"/>
            </a:avLst>
          </a:prstGeom>
          <a:noFill/>
          <a:ln>
            <a:noFill/>
          </a:ln>
        </p:spPr>
      </p:sp>
      <p:sp>
        <p:nvSpPr>
          <p:cNvPr id="1121" name="Google Shape;1121;p25"/>
          <p:cNvSpPr>
            <a:spLocks noGrp="1"/>
          </p:cNvSpPr>
          <p:nvPr>
            <p:ph type="pic" idx="9"/>
          </p:nvPr>
        </p:nvSpPr>
        <p:spPr>
          <a:xfrm>
            <a:off x="6448950" y="1236800"/>
            <a:ext cx="1981800" cy="1662300"/>
          </a:xfrm>
          <a:prstGeom prst="snip1Rect">
            <a:avLst>
              <a:gd name="adj" fmla="val 16667"/>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6" name="Google Shape;1136;p25"/>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9" name="Google Shape;1139;p25"/>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2" name="Google Shape;1162;p2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63" name="Google Shape;1163;p2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split orient="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15"/>
        <p:cNvGrpSpPr/>
        <p:nvPr/>
      </p:nvGrpSpPr>
      <p:grpSpPr>
        <a:xfrm>
          <a:off x="0" y="0"/>
          <a:ext cx="0" cy="0"/>
          <a:chOff x="0" y="0"/>
          <a:chExt cx="0" cy="0"/>
        </a:xfrm>
      </p:grpSpPr>
      <p:sp>
        <p:nvSpPr>
          <p:cNvPr id="1216" name="Google Shape;1216;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17" name="Google Shape;1217;p27"/>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8" name="Google Shape;1218;p27"/>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9" name="Google Shape;1219;p27"/>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0" name="Google Shape;1220;p27"/>
          <p:cNvSpPr txBox="1">
            <a:spLocks noGrp="1"/>
          </p:cNvSpPr>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1" name="Google Shape;1221;p27"/>
          <p:cNvSpPr txBox="1">
            <a:spLocks noGrp="1"/>
          </p:cNvSpPr>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2" name="Google Shape;1222;p27"/>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3" name="Google Shape;1223;p27"/>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4" name="Google Shape;1224;p27"/>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5" name="Google Shape;1225;p27"/>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6" name="Google Shape;1226;p27"/>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7" name="Google Shape;1227;p27"/>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8" name="Google Shape;1228;p27"/>
          <p:cNvSpPr txBox="1">
            <a:spLocks noGrp="1"/>
          </p:cNvSpPr>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l="16960" t="24718" r="7121" b="26177"/>
            <a:stretch/>
          </p:blipFill>
          <p:spPr>
            <a:xfrm>
              <a:off x="7361325" y="-596625"/>
              <a:ext cx="2441950" cy="1863749"/>
            </a:xfrm>
            <a:prstGeom prst="rect">
              <a:avLst/>
            </a:prstGeom>
            <a:noFill/>
            <a:ln>
              <a:noFill/>
            </a:ln>
          </p:spPr>
        </p:pic>
        <p:grpSp>
          <p:nvGrpSpPr>
            <p:cNvPr id="1231" name="Google Shape;1231;p27"/>
            <p:cNvGrpSpPr/>
            <p:nvPr/>
          </p:nvGrpSpPr>
          <p:grpSpPr>
            <a:xfrm rot="-2700000" flipH="1">
              <a:off x="7289785" y="-1246897"/>
              <a:ext cx="2552124" cy="3347490"/>
              <a:chOff x="2976325" y="908175"/>
              <a:chExt cx="4028179" cy="5283555"/>
            </a:xfrm>
          </p:grpSpPr>
          <p:sp>
            <p:nvSpPr>
              <p:cNvPr id="1232" name="Google Shape;1232;p2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43" name="Google Shape;1243;p27"/>
            <p:cNvPicPr preferRelativeResize="0"/>
            <p:nvPr/>
          </p:nvPicPr>
          <p:blipFill rotWithShape="1">
            <a:blip r:embed="rId2">
              <a:alphaModFix/>
            </a:blip>
            <a:srcRect l="16960" t="24718" r="7121" b="26177"/>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3" name="Google Shape;1263;p2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64" name="Google Shape;1264;p2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9"/>
        <p:cNvGrpSpPr/>
        <p:nvPr/>
      </p:nvGrpSpPr>
      <p:grpSpPr>
        <a:xfrm>
          <a:off x="0" y="0"/>
          <a:ext cx="0" cy="0"/>
          <a:chOff x="0" y="0"/>
          <a:chExt cx="0" cy="0"/>
        </a:xfrm>
      </p:grpSpPr>
      <p:grpSp>
        <p:nvGrpSpPr>
          <p:cNvPr id="1340" name="Google Shape;1340;p30"/>
          <p:cNvGrpSpPr/>
          <p:nvPr/>
        </p:nvGrpSpPr>
        <p:grpSpPr>
          <a:xfrm>
            <a:off x="-623241" y="3925887"/>
            <a:ext cx="2833357" cy="1517787"/>
            <a:chOff x="-623241" y="3849687"/>
            <a:chExt cx="2833357" cy="1517787"/>
          </a:xfrm>
        </p:grpSpPr>
        <p:grpSp>
          <p:nvGrpSpPr>
            <p:cNvPr id="1341" name="Google Shape;1341;p30"/>
            <p:cNvGrpSpPr/>
            <p:nvPr/>
          </p:nvGrpSpPr>
          <p:grpSpPr>
            <a:xfrm rot="5400000">
              <a:off x="-879113" y="4155104"/>
              <a:ext cx="1517787" cy="906953"/>
              <a:chOff x="-55500" y="4835979"/>
              <a:chExt cx="1517787" cy="906953"/>
            </a:xfrm>
          </p:grpSpPr>
          <p:sp>
            <p:nvSpPr>
              <p:cNvPr id="1342" name="Google Shape;1342;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0"/>
            <p:cNvGrpSpPr/>
            <p:nvPr/>
          </p:nvGrpSpPr>
          <p:grpSpPr>
            <a:xfrm>
              <a:off x="-623241" y="3946426"/>
              <a:ext cx="2833357" cy="1421047"/>
              <a:chOff x="-677366" y="4067276"/>
              <a:chExt cx="2833357" cy="1421047"/>
            </a:xfrm>
          </p:grpSpPr>
          <p:sp>
            <p:nvSpPr>
              <p:cNvPr id="1347" name="Google Shape;1347;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30"/>
              <p:cNvGrpSpPr/>
              <p:nvPr/>
            </p:nvGrpSpPr>
            <p:grpSpPr>
              <a:xfrm>
                <a:off x="317735" y="4614472"/>
                <a:ext cx="161977" cy="161940"/>
                <a:chOff x="1101075" y="2142375"/>
                <a:chExt cx="439200" cy="439100"/>
              </a:xfrm>
            </p:grpSpPr>
            <p:sp>
              <p:nvSpPr>
                <p:cNvPr id="1349" name="Google Shape;134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30"/>
              <p:cNvGrpSpPr/>
              <p:nvPr/>
            </p:nvGrpSpPr>
            <p:grpSpPr>
              <a:xfrm rot="10800000">
                <a:off x="1700151" y="5032693"/>
                <a:ext cx="161977" cy="161940"/>
                <a:chOff x="1101075" y="2142375"/>
                <a:chExt cx="439200" cy="439100"/>
              </a:xfrm>
            </p:grpSpPr>
            <p:sp>
              <p:nvSpPr>
                <p:cNvPr id="1352" name="Google Shape;135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30"/>
          <p:cNvGrpSpPr/>
          <p:nvPr/>
        </p:nvGrpSpPr>
        <p:grpSpPr>
          <a:xfrm>
            <a:off x="6323925" y="-1678249"/>
            <a:ext cx="4189199" cy="3065874"/>
            <a:chOff x="6171525" y="-1678249"/>
            <a:chExt cx="4189199" cy="3065874"/>
          </a:xfrm>
        </p:grpSpPr>
        <p:sp>
          <p:nvSpPr>
            <p:cNvPr id="1356" name="Google Shape;1356;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7" name="Google Shape;1357;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8" name="Google Shape;1358;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30"/>
            <p:cNvGrpSpPr/>
            <p:nvPr/>
          </p:nvGrpSpPr>
          <p:grpSpPr>
            <a:xfrm rot="-2700000">
              <a:off x="8302147" y="61289"/>
              <a:ext cx="582044" cy="582419"/>
              <a:chOff x="959750" y="3039275"/>
              <a:chExt cx="582050" cy="582425"/>
            </a:xfrm>
          </p:grpSpPr>
          <p:sp>
            <p:nvSpPr>
              <p:cNvPr id="1360" name="Google Shape;1360;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0"/>
            <p:cNvGrpSpPr/>
            <p:nvPr/>
          </p:nvGrpSpPr>
          <p:grpSpPr>
            <a:xfrm rot="-2700000">
              <a:off x="8551447" y="61289"/>
              <a:ext cx="582044" cy="582419"/>
              <a:chOff x="959750" y="3039275"/>
              <a:chExt cx="582050" cy="582425"/>
            </a:xfrm>
          </p:grpSpPr>
          <p:sp>
            <p:nvSpPr>
              <p:cNvPr id="1368" name="Google Shape;1368;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30"/>
          <p:cNvGrpSpPr/>
          <p:nvPr/>
        </p:nvGrpSpPr>
        <p:grpSpPr>
          <a:xfrm rot="2700000">
            <a:off x="8945322" y="2352177"/>
            <a:ext cx="439196" cy="439096"/>
            <a:chOff x="1101075" y="2142375"/>
            <a:chExt cx="439200" cy="439100"/>
          </a:xfrm>
        </p:grpSpPr>
        <p:sp>
          <p:nvSpPr>
            <p:cNvPr id="1376" name="Google Shape;1376;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split orient="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8"/>
        <p:cNvGrpSpPr/>
        <p:nvPr/>
      </p:nvGrpSpPr>
      <p:grpSpPr>
        <a:xfrm>
          <a:off x="0" y="0"/>
          <a:ext cx="0" cy="0"/>
          <a:chOff x="0" y="0"/>
          <a:chExt cx="0" cy="0"/>
        </a:xfrm>
      </p:grpSpPr>
      <p:grpSp>
        <p:nvGrpSpPr>
          <p:cNvPr id="1379" name="Google Shape;1379;p31"/>
          <p:cNvGrpSpPr/>
          <p:nvPr/>
        </p:nvGrpSpPr>
        <p:grpSpPr>
          <a:xfrm>
            <a:off x="8332551" y="-7"/>
            <a:ext cx="2386151" cy="3293873"/>
            <a:chOff x="8256351" y="-7"/>
            <a:chExt cx="2386151" cy="3293873"/>
          </a:xfrm>
        </p:grpSpPr>
        <p:pic>
          <p:nvPicPr>
            <p:cNvPr id="1380" name="Google Shape;1380;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1" name="Google Shape;1381;p31"/>
            <p:cNvGrpSpPr/>
            <p:nvPr/>
          </p:nvGrpSpPr>
          <p:grpSpPr>
            <a:xfrm rot="10800000">
              <a:off x="8452444" y="-7"/>
              <a:ext cx="325154" cy="1788670"/>
              <a:chOff x="8869019" y="-622132"/>
              <a:chExt cx="325154" cy="1788670"/>
            </a:xfrm>
          </p:grpSpPr>
          <p:sp>
            <p:nvSpPr>
              <p:cNvPr id="1382" name="Google Shape;1382;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3" name="Google Shape;1383;p31"/>
              <p:cNvGrpSpPr/>
              <p:nvPr/>
            </p:nvGrpSpPr>
            <p:grpSpPr>
              <a:xfrm rot="1800062">
                <a:off x="9035610" y="1007995"/>
                <a:ext cx="134040" cy="134009"/>
                <a:chOff x="1101075" y="2142375"/>
                <a:chExt cx="439200" cy="439100"/>
              </a:xfrm>
            </p:grpSpPr>
            <p:sp>
              <p:nvSpPr>
                <p:cNvPr id="1384" name="Google Shape;1384;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6" name="Google Shape;1386;p31"/>
          <p:cNvGrpSpPr/>
          <p:nvPr/>
        </p:nvGrpSpPr>
        <p:grpSpPr>
          <a:xfrm>
            <a:off x="-213525" y="171225"/>
            <a:ext cx="439200" cy="439100"/>
            <a:chOff x="1101075" y="2142375"/>
            <a:chExt cx="439200" cy="439100"/>
          </a:xfrm>
        </p:grpSpPr>
        <p:sp>
          <p:nvSpPr>
            <p:cNvPr id="1387" name="Google Shape;1387;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1"/>
          <p:cNvGrpSpPr/>
          <p:nvPr/>
        </p:nvGrpSpPr>
        <p:grpSpPr>
          <a:xfrm>
            <a:off x="-1262974" y="3161328"/>
            <a:ext cx="4822591" cy="2934500"/>
            <a:chOff x="-1186774" y="3161328"/>
            <a:chExt cx="4822591" cy="2934500"/>
          </a:xfrm>
        </p:grpSpPr>
        <p:pic>
          <p:nvPicPr>
            <p:cNvPr id="1390" name="Google Shape;1390;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1" name="Google Shape;1391;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31"/>
            <p:cNvGrpSpPr/>
            <p:nvPr/>
          </p:nvGrpSpPr>
          <p:grpSpPr>
            <a:xfrm>
              <a:off x="58899" y="4608583"/>
              <a:ext cx="604346" cy="657081"/>
              <a:chOff x="58899" y="4608583"/>
              <a:chExt cx="604346" cy="657081"/>
            </a:xfrm>
          </p:grpSpPr>
          <p:grpSp>
            <p:nvGrpSpPr>
              <p:cNvPr id="1393" name="Google Shape;1393;p31"/>
              <p:cNvGrpSpPr/>
              <p:nvPr/>
            </p:nvGrpSpPr>
            <p:grpSpPr>
              <a:xfrm rot="10800000">
                <a:off x="58899" y="4608583"/>
                <a:ext cx="328346" cy="328531"/>
                <a:chOff x="3678700" y="407275"/>
                <a:chExt cx="708100" cy="708500"/>
              </a:xfrm>
            </p:grpSpPr>
            <p:sp>
              <p:nvSpPr>
                <p:cNvPr id="1394" name="Google Shape;1394;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31"/>
              <p:cNvGrpSpPr/>
              <p:nvPr/>
            </p:nvGrpSpPr>
            <p:grpSpPr>
              <a:xfrm rot="10800000">
                <a:off x="334899" y="4608583"/>
                <a:ext cx="328346" cy="328531"/>
                <a:chOff x="3678700" y="407275"/>
                <a:chExt cx="708100" cy="708500"/>
              </a:xfrm>
            </p:grpSpPr>
            <p:sp>
              <p:nvSpPr>
                <p:cNvPr id="1402" name="Google Shape;1402;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1"/>
              <p:cNvGrpSpPr/>
              <p:nvPr/>
            </p:nvGrpSpPr>
            <p:grpSpPr>
              <a:xfrm rot="10800000">
                <a:off x="282574" y="4937133"/>
                <a:ext cx="328346" cy="328531"/>
                <a:chOff x="3678700" y="407275"/>
                <a:chExt cx="708100" cy="708500"/>
              </a:xfrm>
            </p:grpSpPr>
            <p:sp>
              <p:nvSpPr>
                <p:cNvPr id="1410" name="Google Shape;1410;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7" name="Google Shape;1417;p31"/>
            <p:cNvGrpSpPr/>
            <p:nvPr/>
          </p:nvGrpSpPr>
          <p:grpSpPr>
            <a:xfrm>
              <a:off x="-923150" y="4796551"/>
              <a:ext cx="4558967" cy="134100"/>
              <a:chOff x="796100" y="3019701"/>
              <a:chExt cx="4558967" cy="134100"/>
            </a:xfrm>
          </p:grpSpPr>
          <p:sp>
            <p:nvSpPr>
              <p:cNvPr id="1418" name="Google Shape;1418;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9" name="Google Shape;1419;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20" name="Google Shape;1420;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5" r:id="rId11"/>
    <p:sldLayoutId id="2147483666" r:id="rId12"/>
    <p:sldLayoutId id="2147483670" r:id="rId13"/>
    <p:sldLayoutId id="2147483671" r:id="rId14"/>
    <p:sldLayoutId id="2147483672" r:id="rId15"/>
    <p:sldLayoutId id="2147483673" r:id="rId16"/>
    <p:sldLayoutId id="2147483676" r:id="rId17"/>
    <p:sldLayoutId id="2147483677" r:id="rId18"/>
  </p:sldLayoutIdLst>
  <p:transition>
    <p:split orient="vert"/>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127.0.0.1:8000/login"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7"/>
        <p:cNvGrpSpPr/>
        <p:nvPr/>
      </p:nvGrpSpPr>
      <p:grpSpPr>
        <a:xfrm>
          <a:off x="0" y="0"/>
          <a:ext cx="0" cy="0"/>
          <a:chOff x="0" y="0"/>
          <a:chExt cx="0" cy="0"/>
        </a:xfrm>
      </p:grpSpPr>
      <p:sp>
        <p:nvSpPr>
          <p:cNvPr id="9" name="TextBox 8"/>
          <p:cNvSpPr txBox="1"/>
          <p:nvPr/>
        </p:nvSpPr>
        <p:spPr>
          <a:xfrm>
            <a:off x="827584" y="195486"/>
            <a:ext cx="7488832" cy="2462213"/>
          </a:xfrm>
          <a:prstGeom prst="rect">
            <a:avLst/>
          </a:prstGeom>
          <a:noFill/>
        </p:spPr>
        <p:txBody>
          <a:bodyPr wrap="square" rtlCol="0">
            <a:spAutoFit/>
          </a:bodyPr>
          <a:lstStyle/>
          <a:p>
            <a:pPr algn="ctr"/>
            <a:r>
              <a:rPr lang="en-US" sz="2000" b="1" dirty="0" smtClean="0">
                <a:solidFill>
                  <a:schemeClr val="accent3"/>
                </a:solidFill>
                <a:latin typeface="Times New Roman" pitchFamily="18" charset="0"/>
                <a:cs typeface="Times New Roman" pitchFamily="18" charset="0"/>
              </a:rPr>
              <a:t>VISVESVARAYA TECHNOLOGICAL UNIVERSITY</a:t>
            </a:r>
            <a:br>
              <a:rPr lang="en-US" sz="2000" b="1" dirty="0" smtClean="0">
                <a:solidFill>
                  <a:schemeClr val="accent3"/>
                </a:solidFill>
                <a:latin typeface="Times New Roman" pitchFamily="18" charset="0"/>
                <a:cs typeface="Times New Roman" pitchFamily="18" charset="0"/>
              </a:rPr>
            </a:br>
            <a:r>
              <a:rPr lang="en-US" sz="2000" b="1" dirty="0" smtClean="0">
                <a:solidFill>
                  <a:schemeClr val="accent3"/>
                </a:solidFill>
                <a:latin typeface="Times New Roman" pitchFamily="18" charset="0"/>
                <a:cs typeface="Times New Roman" pitchFamily="18" charset="0"/>
              </a:rPr>
              <a:t>Government Engineering College </a:t>
            </a:r>
            <a:br>
              <a:rPr lang="en-US" sz="2000" b="1" dirty="0" smtClean="0">
                <a:solidFill>
                  <a:schemeClr val="accent3"/>
                </a:solidFill>
                <a:latin typeface="Times New Roman" pitchFamily="18" charset="0"/>
                <a:cs typeface="Times New Roman" pitchFamily="18" charset="0"/>
              </a:rPr>
            </a:br>
            <a:r>
              <a:rPr lang="en-US" sz="2000" b="1" dirty="0" smtClean="0">
                <a:solidFill>
                  <a:schemeClr val="accent3"/>
                </a:solidFill>
                <a:latin typeface="Times New Roman" pitchFamily="18" charset="0"/>
                <a:cs typeface="Times New Roman" pitchFamily="18" charset="0"/>
              </a:rPr>
              <a:t>Raichur-584135  2023-24</a:t>
            </a:r>
          </a:p>
          <a:p>
            <a:pPr algn="ctr"/>
            <a:endParaRPr lang="en-US" sz="2000" dirty="0" smtClean="0">
              <a:solidFill>
                <a:srgbClr val="7030A0"/>
              </a:solidFill>
              <a:latin typeface="Times New Roman" pitchFamily="18" charset="0"/>
              <a:cs typeface="Times New Roman" pitchFamily="18" charset="0"/>
            </a:endParaRPr>
          </a:p>
          <a:p>
            <a:pPr algn="ctr"/>
            <a:r>
              <a:rPr lang="en-US" sz="2000" dirty="0" smtClean="0">
                <a:solidFill>
                  <a:srgbClr val="7030A0"/>
                </a:solidFill>
                <a:latin typeface="Times New Roman" pitchFamily="18" charset="0"/>
                <a:cs typeface="Times New Roman" pitchFamily="18" charset="0"/>
              </a:rPr>
              <a:t>INTERSHIP</a:t>
            </a:r>
          </a:p>
          <a:p>
            <a:pPr algn="ctr"/>
            <a:r>
              <a:rPr lang="en-US" sz="2000" dirty="0" smtClean="0">
                <a:solidFill>
                  <a:srgbClr val="7030A0"/>
                </a:solidFill>
                <a:latin typeface="Times New Roman" pitchFamily="18" charset="0"/>
                <a:cs typeface="Times New Roman" pitchFamily="18" charset="0"/>
              </a:rPr>
              <a:t>ON</a:t>
            </a:r>
          </a:p>
          <a:p>
            <a:pPr algn="ctr"/>
            <a:r>
              <a:rPr lang="en-US" sz="2000" dirty="0" smtClean="0">
                <a:solidFill>
                  <a:srgbClr val="7030A0"/>
                </a:solidFill>
                <a:latin typeface="Times New Roman" pitchFamily="18" charset="0"/>
                <a:cs typeface="Times New Roman" pitchFamily="18" charset="0"/>
              </a:rPr>
              <a:t>“PYTHON WITH DJANGO</a:t>
            </a:r>
            <a:r>
              <a:rPr lang="en-US" dirty="0" smtClean="0">
                <a:solidFill>
                  <a:srgbClr val="7030A0"/>
                </a:solidFill>
                <a:latin typeface="Times New Roman" pitchFamily="18" charset="0"/>
                <a:cs typeface="Times New Roman" pitchFamily="18" charset="0"/>
              </a:rPr>
              <a:t>” </a:t>
            </a:r>
          </a:p>
          <a:p>
            <a:endParaRPr lang="en-US" dirty="0"/>
          </a:p>
        </p:txBody>
      </p:sp>
      <p:pic>
        <p:nvPicPr>
          <p:cNvPr id="10" name="Picture 4" descr="VTU Logo">
            <a:extLst>
              <a:ext uri="{FF2B5EF4-FFF2-40B4-BE49-F238E27FC236}">
                <a16:creationId xmlns="" xmlns:a16="http://schemas.microsoft.com/office/drawing/2014/main" id="{0B5DCAEE-8E6A-F1D5-4E48-7ACD3B64F9BF}"/>
              </a:ext>
            </a:extLst>
          </p:cNvPr>
          <p:cNvPicPr>
            <a:picLocks noChangeAspect="1" noChangeArrowheads="1"/>
          </p:cNvPicPr>
          <p:nvPr/>
        </p:nvPicPr>
        <p:blipFill>
          <a:blip r:embed="rId3" cstate="email">
            <a:extLst>
              <a:ext uri="{28A0092B-C50C-407E-A947-70E740481C1C}">
                <a14:useLocalDpi xmlns="" xmlns:a14="http://schemas.microsoft.com/office/drawing/2010/main" val="0"/>
              </a:ext>
            </a:extLst>
          </a:blip>
          <a:srcRect/>
          <a:stretch>
            <a:fillRect/>
          </a:stretch>
        </p:blipFill>
        <p:spPr bwMode="auto">
          <a:xfrm>
            <a:off x="0" y="0"/>
            <a:ext cx="1154849" cy="1013858"/>
          </a:xfrm>
          <a:prstGeom prst="rect">
            <a:avLst/>
          </a:prstGeom>
          <a:noFill/>
          <a:extLst>
            <a:ext uri="{909E8E84-426E-40DD-AFC4-6F175D3DCCD1}">
              <a14:hiddenFill xmlns="" xmlns:a14="http://schemas.microsoft.com/office/drawing/2010/main">
                <a:solidFill>
                  <a:srgbClr val="FFFFFF"/>
                </a:solidFill>
              </a14:hiddenFill>
            </a:ext>
          </a:extLst>
        </p:spPr>
      </p:pic>
      <p:sp>
        <p:nvSpPr>
          <p:cNvPr id="11" name="Rectangle 10"/>
          <p:cNvSpPr/>
          <p:nvPr/>
        </p:nvSpPr>
        <p:spPr>
          <a:xfrm>
            <a:off x="2267744" y="2571750"/>
            <a:ext cx="4572000" cy="830997"/>
          </a:xfrm>
          <a:prstGeom prst="rect">
            <a:avLst/>
          </a:prstGeom>
        </p:spPr>
        <p:txBody>
          <a:bodyPr>
            <a:spAutoFit/>
          </a:bodyPr>
          <a:lstStyle/>
          <a:p>
            <a:pPr algn="ctr"/>
            <a:r>
              <a:rPr lang="en-US" sz="2400" b="1" dirty="0" smtClean="0">
                <a:solidFill>
                  <a:srgbClr val="002060"/>
                </a:solidFill>
                <a:latin typeface="Times New Roman" pitchFamily="18" charset="0"/>
                <a:cs typeface="Times New Roman" pitchFamily="18" charset="0"/>
              </a:rPr>
              <a:t>Department of Computer science &amp; Engineering</a:t>
            </a:r>
            <a:endParaRPr lang="en-US" sz="2400" b="1" dirty="0">
              <a:solidFill>
                <a:srgbClr val="002060"/>
              </a:solidFill>
              <a:latin typeface="Times New Roman" pitchFamily="18" charset="0"/>
              <a:cs typeface="Times New Roman" pitchFamily="18" charset="0"/>
            </a:endParaRPr>
          </a:p>
        </p:txBody>
      </p:sp>
      <p:sp>
        <p:nvSpPr>
          <p:cNvPr id="13" name="Rectangle 12"/>
          <p:cNvSpPr/>
          <p:nvPr/>
        </p:nvSpPr>
        <p:spPr>
          <a:xfrm>
            <a:off x="0" y="3723878"/>
            <a:ext cx="9144000" cy="523220"/>
          </a:xfrm>
          <a:prstGeom prst="rect">
            <a:avLst/>
          </a:prstGeom>
        </p:spPr>
        <p:txBody>
          <a:bodyPr wrap="square">
            <a:spAutoFit/>
          </a:bodyPr>
          <a:lstStyle/>
          <a:p>
            <a:pPr algn="ctr"/>
            <a:r>
              <a:rPr lang="en-US" b="1" dirty="0" smtClean="0">
                <a:solidFill>
                  <a:srgbClr val="003300"/>
                </a:solidFill>
                <a:latin typeface="Times New Roman" pitchFamily="18" charset="0"/>
                <a:cs typeface="Times New Roman" pitchFamily="18" charset="0"/>
              </a:rPr>
              <a:t>NAME</a:t>
            </a:r>
            <a:r>
              <a:rPr lang="en-US" b="1" dirty="0" smtClean="0">
                <a:latin typeface="Times New Roman" pitchFamily="18" charset="0"/>
                <a:cs typeface="Times New Roman" pitchFamily="18" charset="0"/>
              </a:rPr>
              <a:t>                            		  </a:t>
            </a:r>
            <a:r>
              <a:rPr lang="en-US" b="1" dirty="0" smtClean="0">
                <a:solidFill>
                  <a:srgbClr val="003300"/>
                </a:solidFill>
                <a:latin typeface="Times New Roman" pitchFamily="18" charset="0"/>
                <a:cs typeface="Times New Roman" pitchFamily="18" charset="0"/>
              </a:rPr>
              <a:t>USN </a:t>
            </a:r>
            <a:endParaRPr lang="en-US" sz="1600" b="1" dirty="0" smtClean="0">
              <a:solidFill>
                <a:srgbClr val="003300"/>
              </a:solidFill>
              <a:latin typeface="Times New Roman" pitchFamily="18" charset="0"/>
              <a:cs typeface="Times New Roman" pitchFamily="18" charset="0"/>
            </a:endParaRPr>
          </a:p>
          <a:p>
            <a:pPr algn="ctr"/>
            <a:r>
              <a:rPr lang="en-US" dirty="0" smtClean="0">
                <a:solidFill>
                  <a:schemeClr val="accent2">
                    <a:lumMod val="50000"/>
                  </a:schemeClr>
                </a:solidFill>
                <a:latin typeface="Times New Roman" pitchFamily="18" charset="0"/>
                <a:cs typeface="Times New Roman" pitchFamily="18" charset="0"/>
              </a:rPr>
              <a:t>DEEPIKA  BIRADAR	                 </a:t>
            </a:r>
            <a:r>
              <a:rPr lang="en-US" dirty="0" smtClean="0">
                <a:solidFill>
                  <a:schemeClr val="accent2">
                    <a:lumMod val="50000"/>
                  </a:schemeClr>
                </a:solidFill>
                <a:latin typeface="Times New Roman" pitchFamily="18" charset="0"/>
                <a:cs typeface="Times New Roman" pitchFamily="18" charset="0"/>
              </a:rPr>
              <a:t>3GU20CS011</a:t>
            </a:r>
            <a:endParaRPr lang="en-US" dirty="0" smtClean="0">
              <a:solidFill>
                <a:schemeClr val="accent2">
                  <a:lumMod val="50000"/>
                </a:schemeClr>
              </a:solidFill>
              <a:latin typeface="Times New Roman" pitchFamily="18" charset="0"/>
              <a:cs typeface="Times New Roman" pitchFamily="18" charset="0"/>
            </a:endParaRPr>
          </a:p>
        </p:txBody>
      </p:sp>
      <p:pic>
        <p:nvPicPr>
          <p:cNvPr id="6" name="Picture 2" descr="Sarita Brijesh is an Abacus Master Franchisee who is associated with  Expertrons">
            <a:extLst>
              <a:ext uri="{FF2B5EF4-FFF2-40B4-BE49-F238E27FC236}">
                <a16:creationId xmlns="" xmlns:a16="http://schemas.microsoft.com/office/drawing/2014/main" id="{A4393164-EB6B-98ED-79B8-F87E3E3ED077}"/>
              </a:ext>
            </a:extLst>
          </p:cNvPr>
          <p:cNvPicPr>
            <a:picLocks noChangeAspect="1" noChangeArrowheads="1"/>
          </p:cNvPicPr>
          <p:nvPr/>
        </p:nvPicPr>
        <p:blipFill rotWithShape="1">
          <a:blip r:embed="rId4" cstate="email">
            <a:extLst>
              <a:ext uri="{28A0092B-C50C-407E-A947-70E740481C1C}">
                <a14:useLocalDpi xmlns="" xmlns:a14="http://schemas.microsoft.com/office/drawing/2010/main" val="0"/>
              </a:ext>
            </a:extLst>
          </a:blip>
          <a:srcRect/>
          <a:stretch/>
        </p:blipFill>
        <p:spPr bwMode="auto">
          <a:xfrm>
            <a:off x="7956376" y="0"/>
            <a:ext cx="1187624" cy="915566"/>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spd="med">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5" name="Title 14"/>
          <p:cNvSpPr>
            <a:spLocks noGrp="1"/>
          </p:cNvSpPr>
          <p:nvPr>
            <p:ph type="title"/>
          </p:nvPr>
        </p:nvSpPr>
        <p:spPr/>
        <p:txBody>
          <a:bodyPr/>
          <a:lstStyle/>
          <a:p>
            <a:r>
              <a:rPr lang="en-US" sz="2800" dirty="0" smtClean="0">
                <a:latin typeface="Algerian" pitchFamily="82" charset="0"/>
              </a:rPr>
              <a:t>CONTENTS</a:t>
            </a:r>
            <a:endParaRPr lang="en-US" sz="2800" dirty="0">
              <a:latin typeface="Algerian" pitchFamily="82" charset="0"/>
            </a:endParaRPr>
          </a:p>
        </p:txBody>
      </p:sp>
      <p:sp>
        <p:nvSpPr>
          <p:cNvPr id="28" name="Rectangle 27"/>
          <p:cNvSpPr/>
          <p:nvPr/>
        </p:nvSpPr>
        <p:spPr>
          <a:xfrm>
            <a:off x="755576" y="987574"/>
            <a:ext cx="7776864" cy="3831818"/>
          </a:xfrm>
          <a:prstGeom prst="rect">
            <a:avLst/>
          </a:prstGeom>
        </p:spPr>
        <p:txBody>
          <a:bodyPr wrap="square">
            <a:spAutoFit/>
          </a:bodyPr>
          <a:lstStyle/>
          <a:p>
            <a:pPr>
              <a:lnSpc>
                <a:spcPct val="150000"/>
              </a:lnSpc>
              <a:buFont typeface="Wingdings" pitchFamily="2" charset="2"/>
              <a:buChar char="Ø"/>
            </a:pPr>
            <a:r>
              <a:rPr lang="en-IN" sz="1800" dirty="0" smtClean="0">
                <a:latin typeface="Times New Roman" pitchFamily="18" charset="0"/>
                <a:cs typeface="Times New Roman" pitchFamily="18" charset="0"/>
              </a:rPr>
              <a:t>About company</a:t>
            </a:r>
          </a:p>
          <a:p>
            <a:pPr>
              <a:lnSpc>
                <a:spcPct val="150000"/>
              </a:lnSpc>
              <a:buFont typeface="Wingdings" pitchFamily="2" charset="2"/>
              <a:buChar char="Ø"/>
            </a:pPr>
            <a:r>
              <a:rPr lang="en-IN" sz="1800" dirty="0" smtClean="0">
                <a:latin typeface="Times New Roman" pitchFamily="18" charset="0"/>
                <a:cs typeface="Times New Roman" pitchFamily="18" charset="0"/>
              </a:rPr>
              <a:t>Python-Introduction</a:t>
            </a:r>
          </a:p>
          <a:p>
            <a:pPr>
              <a:lnSpc>
                <a:spcPct val="150000"/>
              </a:lnSpc>
              <a:buFont typeface="Wingdings" pitchFamily="2" charset="2"/>
              <a:buChar char="Ø"/>
            </a:pPr>
            <a:r>
              <a:rPr lang="en-IN" sz="1800" dirty="0" smtClean="0">
                <a:latin typeface="Times New Roman" pitchFamily="18" charset="0"/>
                <a:cs typeface="Times New Roman" pitchFamily="18" charset="0"/>
              </a:rPr>
              <a:t>Introduction to </a:t>
            </a:r>
            <a:r>
              <a:rPr lang="en-IN" sz="1800" dirty="0" err="1" smtClean="0">
                <a:latin typeface="Times New Roman" pitchFamily="18" charset="0"/>
                <a:cs typeface="Times New Roman" pitchFamily="18" charset="0"/>
              </a:rPr>
              <a:t>Django</a:t>
            </a:r>
            <a:r>
              <a:rPr lang="en-IN" sz="1800" dirty="0" smtClean="0">
                <a:latin typeface="Times New Roman" pitchFamily="18" charset="0"/>
                <a:cs typeface="Times New Roman" pitchFamily="18" charset="0"/>
              </a:rPr>
              <a:t> overview.</a:t>
            </a:r>
          </a:p>
          <a:p>
            <a:pPr>
              <a:lnSpc>
                <a:spcPct val="150000"/>
              </a:lnSpc>
              <a:buFont typeface="Wingdings" pitchFamily="2" charset="2"/>
              <a:buChar char="Ø"/>
            </a:pPr>
            <a:r>
              <a:rPr lang="en-IN" sz="1800" dirty="0" smtClean="0">
                <a:latin typeface="Times New Roman" pitchFamily="18" charset="0"/>
                <a:cs typeface="Times New Roman" pitchFamily="18" charset="0"/>
              </a:rPr>
              <a:t>Features of </a:t>
            </a:r>
            <a:r>
              <a:rPr lang="en-IN" sz="1800" dirty="0" err="1" smtClean="0">
                <a:latin typeface="Times New Roman" pitchFamily="18" charset="0"/>
                <a:cs typeface="Times New Roman" pitchFamily="18" charset="0"/>
              </a:rPr>
              <a:t>Django</a:t>
            </a:r>
            <a:endParaRPr lang="en-IN" sz="1800" dirty="0" smtClean="0">
              <a:latin typeface="Times New Roman" pitchFamily="18" charset="0"/>
              <a:cs typeface="Times New Roman" pitchFamily="18" charset="0"/>
            </a:endParaRPr>
          </a:p>
          <a:p>
            <a:pPr>
              <a:lnSpc>
                <a:spcPct val="150000"/>
              </a:lnSpc>
              <a:buFont typeface="Wingdings" pitchFamily="2" charset="2"/>
              <a:buChar char="Ø"/>
            </a:pPr>
            <a:r>
              <a:rPr lang="en-IN" sz="1800" dirty="0" smtClean="0">
                <a:latin typeface="Times New Roman" pitchFamily="18" charset="0"/>
                <a:cs typeface="Times New Roman" pitchFamily="18" charset="0"/>
              </a:rPr>
              <a:t>Advantages &amp; disadvantages of </a:t>
            </a:r>
            <a:r>
              <a:rPr lang="en-IN" sz="1800" dirty="0" err="1" smtClean="0">
                <a:latin typeface="Times New Roman" pitchFamily="18" charset="0"/>
                <a:cs typeface="Times New Roman" pitchFamily="18" charset="0"/>
              </a:rPr>
              <a:t>Django</a:t>
            </a:r>
            <a:endParaRPr lang="en-IN" sz="1800" dirty="0" smtClean="0">
              <a:latin typeface="Times New Roman" pitchFamily="18" charset="0"/>
              <a:cs typeface="Times New Roman" pitchFamily="18" charset="0"/>
            </a:endParaRPr>
          </a:p>
          <a:p>
            <a:pPr>
              <a:lnSpc>
                <a:spcPct val="150000"/>
              </a:lnSpc>
              <a:buFont typeface="Wingdings" pitchFamily="2" charset="2"/>
              <a:buChar char="Ø"/>
            </a:pPr>
            <a:r>
              <a:rPr lang="en-IN" sz="1800" dirty="0" smtClean="0">
                <a:latin typeface="Times New Roman" pitchFamily="18" charset="0"/>
                <a:cs typeface="Times New Roman" pitchFamily="18" charset="0"/>
              </a:rPr>
              <a:t>MVT Pattern</a:t>
            </a:r>
          </a:p>
          <a:p>
            <a:pPr>
              <a:lnSpc>
                <a:spcPct val="150000"/>
              </a:lnSpc>
              <a:buFont typeface="Wingdings" pitchFamily="2" charset="2"/>
              <a:buChar char="Ø"/>
            </a:pPr>
            <a:r>
              <a:rPr lang="en-IN" sz="1800" dirty="0" smtClean="0">
                <a:latin typeface="Times New Roman" pitchFamily="18" charset="0"/>
                <a:cs typeface="Times New Roman" pitchFamily="18" charset="0"/>
              </a:rPr>
              <a:t>Steps to create project in </a:t>
            </a:r>
            <a:r>
              <a:rPr lang="en-IN" sz="1800" dirty="0" err="1" smtClean="0">
                <a:latin typeface="Times New Roman" pitchFamily="18" charset="0"/>
                <a:cs typeface="Times New Roman" pitchFamily="18" charset="0"/>
              </a:rPr>
              <a:t>Django</a:t>
            </a:r>
            <a:endParaRPr lang="en-IN" sz="1800" dirty="0" smtClean="0">
              <a:latin typeface="Times New Roman" pitchFamily="18" charset="0"/>
              <a:cs typeface="Times New Roman" pitchFamily="18" charset="0"/>
            </a:endParaRPr>
          </a:p>
          <a:p>
            <a:pPr>
              <a:lnSpc>
                <a:spcPct val="150000"/>
              </a:lnSpc>
              <a:buFont typeface="Wingdings" pitchFamily="2" charset="2"/>
              <a:buChar char="Ø"/>
            </a:pPr>
            <a:r>
              <a:rPr lang="en-IN" sz="1800" dirty="0" smtClean="0">
                <a:latin typeface="Times New Roman" pitchFamily="18" charset="0"/>
                <a:cs typeface="Times New Roman" pitchFamily="18" charset="0"/>
              </a:rPr>
              <a:t>Demonstration of Internship project</a:t>
            </a:r>
          </a:p>
          <a:p>
            <a:pPr>
              <a:lnSpc>
                <a:spcPct val="150000"/>
              </a:lnSpc>
              <a:buFont typeface="Wingdings" pitchFamily="2" charset="2"/>
              <a:buChar char="Ø"/>
            </a:pPr>
            <a:r>
              <a:rPr lang="en-IN" sz="1800" dirty="0" smtClean="0">
                <a:latin typeface="Times New Roman" pitchFamily="18" charset="0"/>
                <a:cs typeface="Times New Roman" pitchFamily="18" charset="0"/>
              </a:rPr>
              <a:t>Conclusion</a:t>
            </a:r>
            <a:endParaRPr lang="en-IN" sz="1800" dirty="0">
              <a:latin typeface="Times New Roman" pitchFamily="18" charset="0"/>
              <a:cs typeface="Times New Roman" pitchFamily="18" charset="0"/>
            </a:endParaRPr>
          </a:p>
        </p:txBody>
      </p:sp>
    </p:spTree>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48" name="Rectangle 47"/>
          <p:cNvSpPr/>
          <p:nvPr/>
        </p:nvSpPr>
        <p:spPr>
          <a:xfrm>
            <a:off x="683568" y="1131590"/>
            <a:ext cx="7776864" cy="2862322"/>
          </a:xfrm>
          <a:prstGeom prst="rect">
            <a:avLst/>
          </a:prstGeom>
        </p:spPr>
        <p:txBody>
          <a:bodyPr wrap="square">
            <a:spAutoFit/>
          </a:bodyPr>
          <a:lstStyle/>
          <a:p>
            <a:r>
              <a:rPr lang="en-US" sz="1800" dirty="0" err="1" smtClean="0">
                <a:latin typeface="Times New Roman" pitchFamily="18" charset="0"/>
                <a:cs typeface="Times New Roman" pitchFamily="18" charset="0"/>
              </a:rPr>
              <a:t>Technosoft</a:t>
            </a:r>
            <a:r>
              <a:rPr lang="en-US" sz="1800" dirty="0" smtClean="0">
                <a:latin typeface="Times New Roman" pitchFamily="18" charset="0"/>
                <a:cs typeface="Times New Roman" pitchFamily="18" charset="0"/>
              </a:rPr>
              <a:t> is a one of the IT service provider in Karnataka. Incorporated in a year 2019, it has grown from strength to strength. It's guiding principle remains unchanged, providing most suitable product and IT solution service. </a:t>
            </a:r>
          </a:p>
          <a:p>
            <a:r>
              <a:rPr lang="en-US" sz="1800" dirty="0" err="1" smtClean="0">
                <a:latin typeface="Times New Roman" pitchFamily="18" charset="0"/>
                <a:cs typeface="Times New Roman" pitchFamily="18" charset="0"/>
              </a:rPr>
              <a:t>Technosoft</a:t>
            </a:r>
            <a:r>
              <a:rPr lang="en-US" sz="1800" dirty="0" smtClean="0">
                <a:latin typeface="Times New Roman" pitchFamily="18" charset="0"/>
                <a:cs typeface="Times New Roman" pitchFamily="18" charset="0"/>
              </a:rPr>
              <a:t> has build up an extensive network of Customer , Business Partners / Authorized Channel partner with Global technology brands. Our efficient, well-trained and professional store advisors are completely equipped to offer sound and personalized advice for helping a customer receive the best value for money.</a:t>
            </a:r>
          </a:p>
          <a:p>
            <a:r>
              <a:rPr lang="en-US" sz="1800" dirty="0" smtClean="0">
                <a:latin typeface="Times New Roman" pitchFamily="18" charset="0"/>
                <a:cs typeface="Times New Roman" pitchFamily="18" charset="0"/>
              </a:rPr>
              <a:t>In the process of custom application development they also place great value and focus on transferring knowledge to the client's staff so they are able to fully maintain the system once it is in production.</a:t>
            </a:r>
            <a:endParaRPr lang="en-US" sz="1800" dirty="0">
              <a:latin typeface="Times New Roman" pitchFamily="18" charset="0"/>
              <a:cs typeface="Times New Roman" pitchFamily="18" charset="0"/>
            </a:endParaRPr>
          </a:p>
        </p:txBody>
      </p:sp>
      <p:sp>
        <p:nvSpPr>
          <p:cNvPr id="49" name="TextBox 48"/>
          <p:cNvSpPr txBox="1"/>
          <p:nvPr/>
        </p:nvSpPr>
        <p:spPr>
          <a:xfrm>
            <a:off x="755576" y="483518"/>
            <a:ext cx="7344816" cy="523220"/>
          </a:xfrm>
          <a:prstGeom prst="rect">
            <a:avLst/>
          </a:prstGeom>
          <a:noFill/>
        </p:spPr>
        <p:txBody>
          <a:bodyPr wrap="square" rtlCol="0">
            <a:spAutoFit/>
          </a:bodyPr>
          <a:lstStyle/>
          <a:p>
            <a:pPr algn="ctr"/>
            <a:r>
              <a:rPr lang="en-IN" sz="2800" b="1" dirty="0" smtClean="0">
                <a:solidFill>
                  <a:schemeClr val="accent2">
                    <a:lumMod val="50000"/>
                  </a:schemeClr>
                </a:solidFill>
                <a:latin typeface="Algerian" pitchFamily="82" charset="0"/>
              </a:rPr>
              <a:t>ABOUT</a:t>
            </a:r>
            <a:r>
              <a:rPr lang="en-IN" sz="2800" dirty="0" smtClean="0">
                <a:solidFill>
                  <a:schemeClr val="accent2">
                    <a:lumMod val="50000"/>
                  </a:schemeClr>
                </a:solidFill>
                <a:latin typeface="Algerian" pitchFamily="82" charset="0"/>
              </a:rPr>
              <a:t> </a:t>
            </a:r>
            <a:r>
              <a:rPr lang="en-IN" sz="2800" b="1" dirty="0" smtClean="0">
                <a:solidFill>
                  <a:schemeClr val="accent2">
                    <a:lumMod val="50000"/>
                  </a:schemeClr>
                </a:solidFill>
                <a:latin typeface="Algerian" pitchFamily="82" charset="0"/>
              </a:rPr>
              <a:t>COMPANY</a:t>
            </a:r>
            <a:endParaRPr lang="en-US" sz="2800" b="1" dirty="0">
              <a:solidFill>
                <a:schemeClr val="accent2">
                  <a:lumMod val="50000"/>
                </a:schemeClr>
              </a:solidFill>
              <a:latin typeface="Algerian" pitchFamily="82" charset="0"/>
            </a:endParaRPr>
          </a:p>
        </p:txBody>
      </p:sp>
    </p:spTree>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39"/>
          <p:cNvSpPr txBox="1">
            <a:spLocks noGrp="1"/>
          </p:cNvSpPr>
          <p:nvPr>
            <p:ph type="title"/>
          </p:nvPr>
        </p:nvSpPr>
        <p:spPr>
          <a:xfrm>
            <a:off x="683568" y="411510"/>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800" dirty="0" smtClean="0">
                <a:latin typeface="Algerian" pitchFamily="82" charset="0"/>
              </a:rPr>
              <a:t>INTRODUCTION</a:t>
            </a:r>
            <a:endParaRPr lang="en-US" sz="2800" dirty="0">
              <a:latin typeface="Algerian" pitchFamily="82" charset="0"/>
            </a:endParaRPr>
          </a:p>
        </p:txBody>
      </p:sp>
      <p:grpSp>
        <p:nvGrpSpPr>
          <p:cNvPr id="1534" name="Google Shape;1534;p39"/>
          <p:cNvGrpSpPr/>
          <p:nvPr/>
        </p:nvGrpSpPr>
        <p:grpSpPr>
          <a:xfrm>
            <a:off x="-123925" y="4132283"/>
            <a:ext cx="4558967" cy="1141122"/>
            <a:chOff x="-123925" y="4132283"/>
            <a:chExt cx="4558967" cy="1141122"/>
          </a:xfrm>
        </p:grpSpPr>
        <p:grpSp>
          <p:nvGrpSpPr>
            <p:cNvPr id="1535" name="Google Shape;1535;p39"/>
            <p:cNvGrpSpPr/>
            <p:nvPr/>
          </p:nvGrpSpPr>
          <p:grpSpPr>
            <a:xfrm>
              <a:off x="-2" y="4132283"/>
              <a:ext cx="2308406" cy="1141122"/>
              <a:chOff x="-2" y="4132283"/>
              <a:chExt cx="2308406" cy="1141122"/>
            </a:xfrm>
          </p:grpSpPr>
          <p:sp>
            <p:nvSpPr>
              <p:cNvPr id="1536" name="Google Shape;1536;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p:cNvGrpSpPr/>
            <p:nvPr/>
          </p:nvGrpSpPr>
          <p:grpSpPr>
            <a:xfrm>
              <a:off x="-123925" y="4386226"/>
              <a:ext cx="4558967" cy="134100"/>
              <a:chOff x="796100" y="3019701"/>
              <a:chExt cx="4558967" cy="134100"/>
            </a:xfrm>
          </p:grpSpPr>
          <p:sp>
            <p:nvSpPr>
              <p:cNvPr id="1539" name="Google Shape;1539;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 name="Rectangle 12"/>
          <p:cNvSpPr/>
          <p:nvPr/>
        </p:nvSpPr>
        <p:spPr>
          <a:xfrm>
            <a:off x="611560" y="1059582"/>
            <a:ext cx="7992888" cy="2926955"/>
          </a:xfrm>
          <a:prstGeom prst="rect">
            <a:avLst/>
          </a:prstGeom>
        </p:spPr>
        <p:txBody>
          <a:bodyPr wrap="square">
            <a:spAutoFit/>
          </a:bodyPr>
          <a:lstStyle/>
          <a:p>
            <a:pPr marL="342900" indent="-342900" defTabSz="306324">
              <a:lnSpc>
                <a:spcPct val="90000"/>
              </a:lnSpc>
              <a:spcAft>
                <a:spcPts val="600"/>
              </a:spcAft>
              <a:buFont typeface="Wingdings" pitchFamily="2" charset="2"/>
              <a:buChar char="Ø"/>
            </a:pPr>
            <a:r>
              <a:rPr lang="en-US" sz="1800" dirty="0" smtClean="0">
                <a:solidFill>
                  <a:schemeClr val="tx1"/>
                </a:solidFill>
                <a:latin typeface="Times New Roman" pitchFamily="18" charset="0"/>
                <a:cs typeface="Times New Roman" pitchFamily="18" charset="0"/>
              </a:rPr>
              <a:t>Python is an interpreted, interactive, object-oriented programming language.</a:t>
            </a:r>
          </a:p>
          <a:p>
            <a:pPr marL="342900" indent="-342900" defTabSz="306324">
              <a:lnSpc>
                <a:spcPct val="90000"/>
              </a:lnSpc>
              <a:spcAft>
                <a:spcPts val="600"/>
              </a:spcAft>
              <a:buFont typeface="Wingdings" pitchFamily="2" charset="2"/>
              <a:buChar char="Ø"/>
            </a:pPr>
            <a:r>
              <a:rPr lang="en-US" sz="1800" dirty="0" smtClean="0">
                <a:solidFill>
                  <a:schemeClr val="tx1"/>
                </a:solidFill>
                <a:latin typeface="Times New Roman" pitchFamily="18" charset="0"/>
                <a:cs typeface="Times New Roman" pitchFamily="18" charset="0"/>
              </a:rPr>
              <a:t>Python has a simple syntax similar to the </a:t>
            </a:r>
            <a:r>
              <a:rPr lang="en-US" sz="1800" dirty="0" err="1" smtClean="0">
                <a:solidFill>
                  <a:schemeClr val="tx1"/>
                </a:solidFill>
                <a:latin typeface="Times New Roman" pitchFamily="18" charset="0"/>
                <a:cs typeface="Times New Roman" pitchFamily="18" charset="0"/>
              </a:rPr>
              <a:t>english</a:t>
            </a:r>
            <a:r>
              <a:rPr lang="en-US" sz="1800" dirty="0" smtClean="0">
                <a:solidFill>
                  <a:schemeClr val="tx1"/>
                </a:solidFill>
                <a:latin typeface="Times New Roman" pitchFamily="18" charset="0"/>
                <a:cs typeface="Times New Roman" pitchFamily="18" charset="0"/>
              </a:rPr>
              <a:t> language. Python has syntax that allows developers to write programs with fewer lines than some other programming languages.</a:t>
            </a:r>
          </a:p>
          <a:p>
            <a:pPr marL="342900" indent="-342900" defTabSz="306324">
              <a:lnSpc>
                <a:spcPct val="90000"/>
              </a:lnSpc>
              <a:spcAft>
                <a:spcPts val="600"/>
              </a:spcAft>
              <a:buFont typeface="Wingdings" pitchFamily="2" charset="2"/>
              <a:buChar char="Ø"/>
            </a:pPr>
            <a:r>
              <a:rPr lang="en-US" sz="1800" dirty="0" smtClean="0">
                <a:solidFill>
                  <a:schemeClr val="tx1"/>
                </a:solidFill>
                <a:latin typeface="Times New Roman" pitchFamily="18" charset="0"/>
                <a:cs typeface="Times New Roman" pitchFamily="18" charset="0"/>
              </a:rPr>
              <a:t>Python runs on an interpreter system, meaning that code can be executed as soon as it is written. This means that prototyping can be very quick.</a:t>
            </a:r>
          </a:p>
          <a:p>
            <a:pPr fontAlgn="base">
              <a:buFont typeface="Wingdings" pitchFamily="2" charset="2"/>
              <a:buChar char="Ø"/>
            </a:pPr>
            <a:r>
              <a:rPr lang="en-US" sz="1800" dirty="0" smtClean="0">
                <a:solidFill>
                  <a:schemeClr val="tx1"/>
                </a:solidFill>
                <a:latin typeface="Times New Roman" pitchFamily="18" charset="0"/>
                <a:cs typeface="Times New Roman" pitchFamily="18" charset="0"/>
              </a:rPr>
              <a:t>   Python syntax</a:t>
            </a:r>
          </a:p>
          <a:p>
            <a:pPr fontAlgn="base">
              <a:buFont typeface="Wingdings" pitchFamily="2" charset="2"/>
              <a:buChar char="Ø"/>
            </a:pPr>
            <a:r>
              <a:rPr lang="en-US" sz="1800" dirty="0" smtClean="0">
                <a:solidFill>
                  <a:schemeClr val="tx1"/>
                </a:solidFill>
                <a:latin typeface="Times New Roman" pitchFamily="18" charset="0"/>
                <a:cs typeface="Times New Roman" pitchFamily="18" charset="0"/>
              </a:rPr>
              <a:t>   Syntax in a programming language is a standard way of expressing values </a:t>
            </a:r>
          </a:p>
          <a:p>
            <a:pPr fontAlgn="base">
              <a:buFont typeface="Wingdings" pitchFamily="2" charset="2"/>
              <a:buChar char="Ø"/>
            </a:pPr>
            <a:r>
              <a:rPr lang="en-US" sz="1800" dirty="0" smtClean="0">
                <a:solidFill>
                  <a:schemeClr val="tx1"/>
                </a:solidFill>
                <a:latin typeface="Times New Roman" pitchFamily="18" charset="0"/>
                <a:cs typeface="Times New Roman" pitchFamily="18" charset="0"/>
              </a:rPr>
              <a:t>   To print a statement- print(“hello world”) </a:t>
            </a:r>
          </a:p>
          <a:p>
            <a:pPr fontAlgn="base">
              <a:buFont typeface="Wingdings" pitchFamily="2" charset="2"/>
              <a:buChar char="Ø"/>
            </a:pPr>
            <a:r>
              <a:rPr lang="en-US" sz="1800" dirty="0" smtClean="0">
                <a:solidFill>
                  <a:schemeClr val="tx1"/>
                </a:solidFill>
                <a:latin typeface="Times New Roman" pitchFamily="18" charset="0"/>
                <a:cs typeface="Times New Roman" pitchFamily="18" charset="0"/>
              </a:rPr>
              <a:t>   Output: hello world</a:t>
            </a:r>
            <a:endParaRPr lang="en-US" sz="1800" dirty="0">
              <a:solidFill>
                <a:schemeClr val="tx1"/>
              </a:solidFill>
              <a:latin typeface="Times New Roman" pitchFamily="18" charset="0"/>
              <a:cs typeface="Times New Roman" pitchFamily="18" charset="0"/>
            </a:endParaRPr>
          </a:p>
        </p:txBody>
      </p:sp>
      <p:pic>
        <p:nvPicPr>
          <p:cNvPr id="12" name="Picture 11" descr="PYTHON2.jfif"/>
          <p:cNvPicPr>
            <a:picLocks noChangeAspect="1"/>
          </p:cNvPicPr>
          <p:nvPr/>
        </p:nvPicPr>
        <p:blipFill>
          <a:blip r:embed="rId3"/>
          <a:stretch>
            <a:fillRect/>
          </a:stretch>
        </p:blipFill>
        <p:spPr>
          <a:xfrm>
            <a:off x="5652120" y="3435846"/>
            <a:ext cx="3073896" cy="14401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4"/>
        <p:cNvGrpSpPr/>
        <p:nvPr/>
      </p:nvGrpSpPr>
      <p:grpSpPr>
        <a:xfrm>
          <a:off x="0" y="0"/>
          <a:ext cx="0" cy="0"/>
          <a:chOff x="0" y="0"/>
          <a:chExt cx="0" cy="0"/>
        </a:xfrm>
      </p:grpSpPr>
      <p:sp>
        <p:nvSpPr>
          <p:cNvPr id="2" name="TextBox 1"/>
          <p:cNvSpPr txBox="1"/>
          <p:nvPr/>
        </p:nvSpPr>
        <p:spPr>
          <a:xfrm>
            <a:off x="732716" y="631726"/>
            <a:ext cx="7776864" cy="738664"/>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WHAT IS DJANGO?</a:t>
            </a:r>
          </a:p>
          <a:p>
            <a:endParaRPr lang="en-US" dirty="0"/>
          </a:p>
        </p:txBody>
      </p:sp>
      <p:sp>
        <p:nvSpPr>
          <p:cNvPr id="3" name="TextBox 2"/>
          <p:cNvSpPr txBox="1"/>
          <p:nvPr/>
        </p:nvSpPr>
        <p:spPr>
          <a:xfrm>
            <a:off x="539552" y="1275606"/>
            <a:ext cx="5112568" cy="3370153"/>
          </a:xfrm>
          <a:prstGeom prst="rect">
            <a:avLst/>
          </a:prstGeom>
          <a:noFill/>
        </p:spPr>
        <p:txBody>
          <a:bodyPr wrap="square" rtlCol="0">
            <a:spAutoFit/>
          </a:bodyPr>
          <a:lstStyle/>
          <a:p>
            <a:pPr fontAlgn="base">
              <a:spcBef>
                <a:spcPts val="600"/>
              </a:spcBef>
            </a:pPr>
            <a:r>
              <a:rPr lang="en-US" sz="1800" dirty="0" err="1" smtClean="0">
                <a:solidFill>
                  <a:schemeClr val="tx1"/>
                </a:solidFill>
                <a:latin typeface="Times New Roman" pitchFamily="18" charset="0"/>
                <a:cs typeface="Times New Roman" pitchFamily="18" charset="0"/>
              </a:rPr>
              <a:t>Django</a:t>
            </a:r>
            <a:r>
              <a:rPr lang="en-US" sz="1800" dirty="0" smtClean="0">
                <a:solidFill>
                  <a:schemeClr val="tx1"/>
                </a:solidFill>
                <a:latin typeface="Times New Roman" pitchFamily="18" charset="0"/>
                <a:cs typeface="Times New Roman" pitchFamily="18" charset="0"/>
              </a:rPr>
              <a:t> is a high-level Python Web framework that encourages rapid development and clean, pragmatic design. It is a free and open-source web framework, written in Python</a:t>
            </a:r>
          </a:p>
          <a:p>
            <a:pPr fontAlgn="base">
              <a:spcBef>
                <a:spcPts val="600"/>
              </a:spcBef>
            </a:pPr>
            <a:r>
              <a:rPr lang="en-US" sz="1800" dirty="0" err="1" smtClean="0">
                <a:solidFill>
                  <a:schemeClr val="tx1"/>
                </a:solidFill>
                <a:latin typeface="Times New Roman" pitchFamily="18" charset="0"/>
                <a:cs typeface="Times New Roman" pitchFamily="18" charset="0"/>
              </a:rPr>
              <a:t>Django</a:t>
            </a:r>
            <a:r>
              <a:rPr lang="en-US" sz="1800" dirty="0" smtClean="0">
                <a:solidFill>
                  <a:schemeClr val="tx1"/>
                </a:solidFill>
                <a:latin typeface="Times New Roman" pitchFamily="18" charset="0"/>
                <a:cs typeface="Times New Roman" pitchFamily="18" charset="0"/>
              </a:rPr>
              <a:t> makes it easier to build better Web apps more quickly and with less code.</a:t>
            </a:r>
          </a:p>
          <a:p>
            <a:pPr fontAlgn="base">
              <a:spcBef>
                <a:spcPts val="600"/>
              </a:spcBef>
            </a:pPr>
            <a:r>
              <a:rPr lang="en-US" sz="1800" dirty="0" smtClean="0">
                <a:solidFill>
                  <a:schemeClr val="tx1"/>
                </a:solidFill>
                <a:latin typeface="Times New Roman" pitchFamily="18" charset="0"/>
                <a:cs typeface="Times New Roman" pitchFamily="18" charset="0"/>
              </a:rPr>
              <a:t>The Web framework with perfectionists with deadlines.</a:t>
            </a:r>
          </a:p>
          <a:p>
            <a:pPr fontAlgn="base">
              <a:spcBef>
                <a:spcPts val="600"/>
              </a:spcBef>
            </a:pPr>
            <a:r>
              <a:rPr lang="en-US" sz="1800" dirty="0" smtClean="0">
                <a:solidFill>
                  <a:schemeClr val="tx1"/>
                </a:solidFill>
                <a:latin typeface="Times New Roman" pitchFamily="18" charset="0"/>
                <a:cs typeface="Times New Roman" pitchFamily="18" charset="0"/>
              </a:rPr>
              <a:t>It is maintained by the </a:t>
            </a:r>
            <a:r>
              <a:rPr lang="en-US" sz="1800" dirty="0" err="1" smtClean="0">
                <a:solidFill>
                  <a:schemeClr val="tx1"/>
                </a:solidFill>
                <a:latin typeface="Times New Roman" pitchFamily="18" charset="0"/>
                <a:cs typeface="Times New Roman" pitchFamily="18" charset="0"/>
              </a:rPr>
              <a:t>Django</a:t>
            </a:r>
            <a:r>
              <a:rPr lang="en-US" sz="1800" dirty="0" smtClean="0">
                <a:solidFill>
                  <a:schemeClr val="tx1"/>
                </a:solidFill>
                <a:latin typeface="Times New Roman" pitchFamily="18" charset="0"/>
                <a:cs typeface="Times New Roman" pitchFamily="18" charset="0"/>
              </a:rPr>
              <a:t> Software Foundation (DSF).</a:t>
            </a:r>
          </a:p>
          <a:p>
            <a:endParaRPr lang="en-US" sz="1800" dirty="0"/>
          </a:p>
        </p:txBody>
      </p:sp>
      <p:pic>
        <p:nvPicPr>
          <p:cNvPr id="7" name="Picture 6" descr="DJANGO2.JPG"/>
          <p:cNvPicPr>
            <a:picLocks noChangeAspect="1"/>
          </p:cNvPicPr>
          <p:nvPr/>
        </p:nvPicPr>
        <p:blipFill>
          <a:blip r:embed="rId3"/>
          <a:stretch>
            <a:fillRect/>
          </a:stretch>
        </p:blipFill>
        <p:spPr>
          <a:xfrm>
            <a:off x="5796136" y="1419622"/>
            <a:ext cx="3096344" cy="2304256"/>
          </a:xfrm>
          <a:prstGeom prst="ellipse">
            <a:avLst/>
          </a:prstGeom>
          <a:ln>
            <a:noFill/>
          </a:ln>
          <a:effectLst>
            <a:softEdge rad="112500"/>
          </a:effectLst>
        </p:spPr>
      </p:pic>
    </p:spTree>
  </p:cSld>
  <p:clrMapOvr>
    <a:masterClrMapping/>
  </p:clrMapOvr>
  <p:transition>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2" name="TextBox 1"/>
          <p:cNvSpPr txBox="1"/>
          <p:nvPr/>
        </p:nvSpPr>
        <p:spPr>
          <a:xfrm>
            <a:off x="0" y="627534"/>
            <a:ext cx="9144000" cy="523220"/>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FEATURES OF DJANGO FRAMEWORK</a:t>
            </a:r>
            <a:endParaRPr lang="en-US" sz="2800" b="1" dirty="0">
              <a:solidFill>
                <a:schemeClr val="accent2">
                  <a:lumMod val="50000"/>
                </a:schemeClr>
              </a:solidFill>
              <a:latin typeface="Algerian" pitchFamily="82" charset="0"/>
            </a:endParaRPr>
          </a:p>
        </p:txBody>
      </p:sp>
      <p:sp>
        <p:nvSpPr>
          <p:cNvPr id="3" name="TextBox 2"/>
          <p:cNvSpPr txBox="1"/>
          <p:nvPr/>
        </p:nvSpPr>
        <p:spPr>
          <a:xfrm>
            <a:off x="683568" y="1491630"/>
            <a:ext cx="3348994" cy="2535566"/>
          </a:xfrm>
          <a:prstGeom prst="rect">
            <a:avLst/>
          </a:prstGeom>
          <a:noFill/>
        </p:spPr>
        <p:txBody>
          <a:bodyPr wrap="none" rtlCol="0">
            <a:spAutoFit/>
          </a:bodyPr>
          <a:lstStyle/>
          <a:p>
            <a:pPr>
              <a:lnSpc>
                <a:spcPct val="150000"/>
              </a:lnSpc>
              <a:buFont typeface="Wingdings" pitchFamily="2" charset="2"/>
              <a:buChar char="Ø"/>
            </a:pPr>
            <a:r>
              <a:rPr lang="en-US" sz="1800" dirty="0" smtClean="0">
                <a:latin typeface="Times New Roman" pitchFamily="18" charset="0"/>
                <a:cs typeface="Times New Roman" pitchFamily="18" charset="0"/>
              </a:rPr>
              <a:t>Excellent Documentation</a:t>
            </a:r>
          </a:p>
          <a:p>
            <a:pPr>
              <a:lnSpc>
                <a:spcPct val="150000"/>
              </a:lnSpc>
              <a:buFont typeface="Wingdings" pitchFamily="2" charset="2"/>
              <a:buChar char="Ø"/>
            </a:pPr>
            <a:r>
              <a:rPr lang="en-US" sz="1800" dirty="0" smtClean="0">
                <a:latin typeface="Times New Roman" pitchFamily="18" charset="0"/>
                <a:cs typeface="Times New Roman" pitchFamily="18" charset="0"/>
              </a:rPr>
              <a:t>Rapid Development</a:t>
            </a:r>
          </a:p>
          <a:p>
            <a:pPr>
              <a:lnSpc>
                <a:spcPct val="150000"/>
              </a:lnSpc>
              <a:buFont typeface="Wingdings" pitchFamily="2" charset="2"/>
              <a:buChar char="Ø"/>
            </a:pPr>
            <a:r>
              <a:rPr lang="en-US" sz="1800" dirty="0" smtClean="0">
                <a:latin typeface="Times New Roman" pitchFamily="18" charset="0"/>
                <a:cs typeface="Times New Roman" pitchFamily="18" charset="0"/>
              </a:rPr>
              <a:t>Enhance Security</a:t>
            </a:r>
          </a:p>
          <a:p>
            <a:pPr>
              <a:lnSpc>
                <a:spcPct val="150000"/>
              </a:lnSpc>
              <a:buFont typeface="Wingdings" pitchFamily="2" charset="2"/>
              <a:buChar char="Ø"/>
            </a:pPr>
            <a:r>
              <a:rPr lang="en-US" sz="1800" dirty="0" smtClean="0">
                <a:latin typeface="Times New Roman" pitchFamily="18" charset="0"/>
                <a:cs typeface="Times New Roman" pitchFamily="18" charset="0"/>
              </a:rPr>
              <a:t>Versatile</a:t>
            </a:r>
          </a:p>
          <a:p>
            <a:pPr>
              <a:lnSpc>
                <a:spcPct val="150000"/>
              </a:lnSpc>
              <a:buFont typeface="Wingdings" pitchFamily="2" charset="2"/>
              <a:buChar char="Ø"/>
            </a:pPr>
            <a:r>
              <a:rPr lang="en-US" sz="1800" dirty="0" smtClean="0">
                <a:latin typeface="Times New Roman" pitchFamily="18" charset="0"/>
                <a:cs typeface="Times New Roman" pitchFamily="18" charset="0"/>
              </a:rPr>
              <a:t>Open Source</a:t>
            </a:r>
          </a:p>
          <a:p>
            <a:pPr>
              <a:lnSpc>
                <a:spcPct val="150000"/>
              </a:lnSpc>
              <a:buFont typeface="Wingdings" pitchFamily="2" charset="2"/>
              <a:buChar char="Ø"/>
            </a:pPr>
            <a:r>
              <a:rPr lang="en-US" sz="1800" dirty="0" smtClean="0">
                <a:latin typeface="Times New Roman" pitchFamily="18" charset="0"/>
                <a:cs typeface="Times New Roman" pitchFamily="18" charset="0"/>
              </a:rPr>
              <a:t>Vast and Supported Community</a:t>
            </a:r>
            <a:endParaRPr lang="en-US" sz="1800" dirty="0">
              <a:latin typeface="Times New Roman" pitchFamily="18" charset="0"/>
              <a:cs typeface="Times New Roman" pitchFamily="18" charset="0"/>
            </a:endParaRPr>
          </a:p>
        </p:txBody>
      </p:sp>
      <p:pic>
        <p:nvPicPr>
          <p:cNvPr id="4" name="Picture 3" descr="DJANGO3.JPG"/>
          <p:cNvPicPr>
            <a:picLocks noChangeAspect="1"/>
          </p:cNvPicPr>
          <p:nvPr/>
        </p:nvPicPr>
        <p:blipFill>
          <a:blip r:embed="rId3"/>
          <a:stretch>
            <a:fillRect/>
          </a:stretch>
        </p:blipFill>
        <p:spPr>
          <a:xfrm>
            <a:off x="4932040" y="1563638"/>
            <a:ext cx="3816424" cy="26642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sp>
        <p:nvSpPr>
          <p:cNvPr id="3" name="Title 2"/>
          <p:cNvSpPr>
            <a:spLocks noGrp="1"/>
          </p:cNvSpPr>
          <p:nvPr>
            <p:ph type="title"/>
          </p:nvPr>
        </p:nvSpPr>
        <p:spPr>
          <a:xfrm>
            <a:off x="0" y="445025"/>
            <a:ext cx="9144000" cy="572700"/>
          </a:xfrm>
        </p:spPr>
        <p:txBody>
          <a:bodyPr/>
          <a:lstStyle/>
          <a:p>
            <a:pPr algn="ctr"/>
            <a:r>
              <a:rPr lang="en-US" sz="2800" dirty="0" smtClean="0">
                <a:solidFill>
                  <a:schemeClr val="accent2">
                    <a:lumMod val="50000"/>
                  </a:schemeClr>
                </a:solidFill>
                <a:latin typeface="Algerian" pitchFamily="82" charset="0"/>
              </a:rPr>
              <a:t>ADVANTAGES &amp; DISADVANTAGES OF DJANGO</a:t>
            </a:r>
            <a:r>
              <a:rPr lang="en-US" sz="3200" dirty="0" smtClean="0">
                <a:solidFill>
                  <a:schemeClr val="accent2">
                    <a:lumMod val="50000"/>
                  </a:schemeClr>
                </a:solidFill>
              </a:rPr>
              <a:t/>
            </a:r>
            <a:br>
              <a:rPr lang="en-US" sz="3200" dirty="0" smtClean="0">
                <a:solidFill>
                  <a:schemeClr val="accent2">
                    <a:lumMod val="50000"/>
                  </a:schemeClr>
                </a:solidFill>
              </a:rPr>
            </a:br>
            <a:endParaRPr lang="en-US" dirty="0"/>
          </a:p>
        </p:txBody>
      </p:sp>
      <p:sp>
        <p:nvSpPr>
          <p:cNvPr id="4" name="Subtitle 3"/>
          <p:cNvSpPr>
            <a:spLocks noGrp="1"/>
          </p:cNvSpPr>
          <p:nvPr>
            <p:ph type="subTitle" idx="1"/>
          </p:nvPr>
        </p:nvSpPr>
        <p:spPr>
          <a:xfrm>
            <a:off x="4788024" y="1707654"/>
            <a:ext cx="3888432" cy="3096344"/>
          </a:xfrm>
        </p:spPr>
        <p:txBody>
          <a:bodyPr/>
          <a:lstStyle/>
          <a:p>
            <a:pPr>
              <a:lnSpc>
                <a:spcPct val="150000"/>
              </a:lnSpc>
              <a:buFont typeface="Wingdings" pitchFamily="2" charset="2"/>
              <a:buChar char="Ø"/>
            </a:pPr>
            <a:r>
              <a:rPr lang="en-US" sz="1800" dirty="0" smtClean="0">
                <a:latin typeface="Times New Roman" pitchFamily="18" charset="0"/>
                <a:cs typeface="Times New Roman" pitchFamily="18" charset="0"/>
              </a:rPr>
              <a:t>Monolithic Structure</a:t>
            </a:r>
          </a:p>
          <a:p>
            <a:pPr>
              <a:lnSpc>
                <a:spcPct val="150000"/>
              </a:lnSpc>
              <a:buFont typeface="Wingdings" pitchFamily="2" charset="2"/>
              <a:buChar char="Ø"/>
            </a:pPr>
            <a:r>
              <a:rPr lang="en-US" sz="1800" dirty="0" smtClean="0">
                <a:latin typeface="Times New Roman" pitchFamily="18" charset="0"/>
                <a:cs typeface="Times New Roman" pitchFamily="18" charset="0"/>
              </a:rPr>
              <a:t>Limitations of ORM</a:t>
            </a:r>
          </a:p>
          <a:p>
            <a:pPr>
              <a:lnSpc>
                <a:spcPct val="150000"/>
              </a:lnSpc>
              <a:buFont typeface="Wingdings" pitchFamily="2" charset="2"/>
              <a:buChar char="Ø"/>
            </a:pPr>
            <a:r>
              <a:rPr lang="en-US" sz="1800" dirty="0" smtClean="0">
                <a:latin typeface="Times New Roman" pitchFamily="18" charset="0"/>
                <a:cs typeface="Times New Roman" pitchFamily="18" charset="0"/>
              </a:rPr>
              <a:t>Step Learning Curve for Novices</a:t>
            </a:r>
          </a:p>
          <a:p>
            <a:pPr>
              <a:lnSpc>
                <a:spcPct val="150000"/>
              </a:lnSpc>
              <a:buFont typeface="Wingdings" pitchFamily="2" charset="2"/>
              <a:buChar char="Ø"/>
            </a:pPr>
            <a:r>
              <a:rPr lang="en-US" sz="1800" dirty="0" err="1" smtClean="0">
                <a:latin typeface="Times New Roman" pitchFamily="18" charset="0"/>
                <a:cs typeface="Times New Roman" pitchFamily="18" charset="0"/>
              </a:rPr>
              <a:t>Permormance</a:t>
            </a:r>
            <a:r>
              <a:rPr lang="en-US" sz="1800" dirty="0" smtClean="0">
                <a:latin typeface="Times New Roman" pitchFamily="18" charset="0"/>
                <a:cs typeface="Times New Roman" pitchFamily="18" charset="0"/>
              </a:rPr>
              <a:t> Overheads</a:t>
            </a:r>
          </a:p>
          <a:p>
            <a:pPr>
              <a:lnSpc>
                <a:spcPct val="150000"/>
              </a:lnSpc>
              <a:buFont typeface="Wingdings" pitchFamily="2" charset="2"/>
              <a:buChar char="Ø"/>
            </a:pPr>
            <a:r>
              <a:rPr lang="en-US" sz="1800" dirty="0" smtClean="0">
                <a:latin typeface="Times New Roman" pitchFamily="18" charset="0"/>
                <a:cs typeface="Times New Roman" pitchFamily="18" charset="0"/>
              </a:rPr>
              <a:t>Not Always Appropriate for Small Projects</a:t>
            </a:r>
            <a:endParaRPr lang="en-US" sz="1800" dirty="0">
              <a:latin typeface="Times New Roman" pitchFamily="18" charset="0"/>
              <a:cs typeface="Times New Roman" pitchFamily="18" charset="0"/>
            </a:endParaRPr>
          </a:p>
        </p:txBody>
      </p:sp>
      <p:sp>
        <p:nvSpPr>
          <p:cNvPr id="5" name="Subtitle 4"/>
          <p:cNvSpPr>
            <a:spLocks noGrp="1"/>
          </p:cNvSpPr>
          <p:nvPr>
            <p:ph type="subTitle" idx="2"/>
          </p:nvPr>
        </p:nvSpPr>
        <p:spPr>
          <a:xfrm>
            <a:off x="755576" y="1707654"/>
            <a:ext cx="3600400" cy="2880320"/>
          </a:xfrm>
        </p:spPr>
        <p:txBody>
          <a:bodyPr/>
          <a:lstStyle/>
          <a:p>
            <a:pPr>
              <a:lnSpc>
                <a:spcPct val="150000"/>
              </a:lnSpc>
              <a:buFont typeface="Wingdings" pitchFamily="2" charset="2"/>
              <a:buChar char="Ø"/>
            </a:pPr>
            <a:r>
              <a:rPr lang="en-US" sz="1800" dirty="0" smtClean="0">
                <a:latin typeface="Times New Roman" pitchFamily="18" charset="0"/>
                <a:cs typeface="Times New Roman" pitchFamily="18" charset="0"/>
              </a:rPr>
              <a:t>Rapid Development</a:t>
            </a:r>
          </a:p>
          <a:p>
            <a:pPr>
              <a:lnSpc>
                <a:spcPct val="150000"/>
              </a:lnSpc>
              <a:buFont typeface="Wingdings" pitchFamily="2" charset="2"/>
              <a:buChar char="Ø"/>
            </a:pPr>
            <a:r>
              <a:rPr lang="en-US" sz="1800" dirty="0" smtClean="0">
                <a:latin typeface="Times New Roman" pitchFamily="18" charset="0"/>
                <a:cs typeface="Times New Roman" pitchFamily="18" charset="0"/>
              </a:rPr>
              <a:t>Security</a:t>
            </a:r>
          </a:p>
          <a:p>
            <a:pPr>
              <a:lnSpc>
                <a:spcPct val="150000"/>
              </a:lnSpc>
              <a:buFont typeface="Wingdings" pitchFamily="2" charset="2"/>
              <a:buChar char="Ø"/>
            </a:pPr>
            <a:r>
              <a:rPr lang="en-US" sz="1800" dirty="0" smtClean="0">
                <a:latin typeface="Times New Roman" pitchFamily="18" charset="0"/>
                <a:cs typeface="Times New Roman" pitchFamily="18" charset="0"/>
              </a:rPr>
              <a:t>Built-in Admin Interface</a:t>
            </a:r>
          </a:p>
          <a:p>
            <a:pPr>
              <a:lnSpc>
                <a:spcPct val="150000"/>
              </a:lnSpc>
              <a:buFont typeface="Wingdings" pitchFamily="2" charset="2"/>
              <a:buChar char="Ø"/>
            </a:pPr>
            <a:r>
              <a:rPr lang="en-US" sz="1800" dirty="0" smtClean="0">
                <a:latin typeface="Times New Roman" pitchFamily="18" charset="0"/>
                <a:cs typeface="Times New Roman" pitchFamily="18" charset="0"/>
              </a:rPr>
              <a:t>ORM and Database Support</a:t>
            </a:r>
          </a:p>
          <a:p>
            <a:pPr>
              <a:lnSpc>
                <a:spcPct val="150000"/>
              </a:lnSpc>
              <a:buFont typeface="Wingdings" pitchFamily="2" charset="2"/>
              <a:buChar char="Ø"/>
            </a:pPr>
            <a:r>
              <a:rPr lang="en-US" sz="1800" dirty="0" smtClean="0">
                <a:latin typeface="Times New Roman" pitchFamily="18" charset="0"/>
                <a:cs typeface="Times New Roman" pitchFamily="18" charset="0"/>
              </a:rPr>
              <a:t>Scalability</a:t>
            </a:r>
          </a:p>
        </p:txBody>
      </p:sp>
      <p:sp>
        <p:nvSpPr>
          <p:cNvPr id="6" name="Subtitle 5"/>
          <p:cNvSpPr>
            <a:spLocks noGrp="1"/>
          </p:cNvSpPr>
          <p:nvPr>
            <p:ph type="subTitle" idx="3"/>
          </p:nvPr>
        </p:nvSpPr>
        <p:spPr>
          <a:xfrm>
            <a:off x="4932040" y="1347614"/>
            <a:ext cx="3456384" cy="402300"/>
          </a:xfrm>
        </p:spPr>
        <p:txBody>
          <a:bodyPr>
            <a:noAutofit/>
          </a:bodyPr>
          <a:lstStyle/>
          <a:p>
            <a:r>
              <a:rPr lang="en-US" sz="2200" dirty="0" smtClean="0"/>
              <a:t>Disadvantages</a:t>
            </a:r>
            <a:endParaRPr lang="en-US" sz="2200" dirty="0"/>
          </a:p>
        </p:txBody>
      </p:sp>
      <p:sp>
        <p:nvSpPr>
          <p:cNvPr id="7" name="Subtitle 6"/>
          <p:cNvSpPr>
            <a:spLocks noGrp="1"/>
          </p:cNvSpPr>
          <p:nvPr>
            <p:ph type="subTitle" idx="4"/>
          </p:nvPr>
        </p:nvSpPr>
        <p:spPr>
          <a:xfrm>
            <a:off x="755576" y="1347614"/>
            <a:ext cx="3420420" cy="402300"/>
          </a:xfrm>
        </p:spPr>
        <p:txBody>
          <a:bodyPr/>
          <a:lstStyle/>
          <a:p>
            <a:r>
              <a:rPr lang="en-US" sz="2200" dirty="0" smtClean="0">
                <a:solidFill>
                  <a:srgbClr val="002060"/>
                </a:solidFill>
              </a:rPr>
              <a:t>Advantages</a:t>
            </a:r>
            <a:endParaRPr lang="en-US" sz="2200" dirty="0">
              <a:solidFill>
                <a:srgbClr val="002060"/>
              </a:solidFill>
            </a:endParaRPr>
          </a:p>
        </p:txBody>
      </p:sp>
    </p:spTree>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5"/>
        <p:cNvGrpSpPr/>
        <p:nvPr/>
      </p:nvGrpSpPr>
      <p:grpSpPr>
        <a:xfrm>
          <a:off x="0" y="0"/>
          <a:ext cx="0" cy="0"/>
          <a:chOff x="0" y="0"/>
          <a:chExt cx="0" cy="0"/>
        </a:xfrm>
      </p:grpSpPr>
      <p:sp>
        <p:nvSpPr>
          <p:cNvPr id="2" name="TextBox 1"/>
          <p:cNvSpPr txBox="1"/>
          <p:nvPr/>
        </p:nvSpPr>
        <p:spPr>
          <a:xfrm>
            <a:off x="539552" y="1419622"/>
            <a:ext cx="8136904" cy="2862322"/>
          </a:xfrm>
          <a:prstGeom prst="rect">
            <a:avLst/>
          </a:prstGeom>
          <a:noFill/>
        </p:spPr>
        <p:txBody>
          <a:bodyPr wrap="square" rtlCol="0">
            <a:spAutoFit/>
          </a:bodyPr>
          <a:lstStyle/>
          <a:p>
            <a:r>
              <a:rPr lang="en-US" sz="1800" dirty="0" smtClean="0">
                <a:latin typeface="Times New Roman" pitchFamily="18" charset="0"/>
                <a:cs typeface="Times New Roman" pitchFamily="18" charset="0"/>
              </a:rPr>
              <a:t>The MVT pattern in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or Model-View-Template, is a software design pattern that separates the data, user interface, and application logic into three distinct components. This makes it easier to maintain and update the code, as each component can be changed independently of the </a:t>
            </a:r>
            <a:r>
              <a:rPr lang="en-US" sz="1800" dirty="0" err="1" smtClean="0">
                <a:latin typeface="Times New Roman" pitchFamily="18" charset="0"/>
                <a:cs typeface="Times New Roman" pitchFamily="18" charset="0"/>
              </a:rPr>
              <a:t>others.The</a:t>
            </a:r>
            <a:r>
              <a:rPr lang="en-US" sz="1800" dirty="0" smtClean="0">
                <a:latin typeface="Times New Roman" pitchFamily="18" charset="0"/>
                <a:cs typeface="Times New Roman" pitchFamily="18" charset="0"/>
              </a:rPr>
              <a:t> Model component is responsible for storing and managing the data. It defines the structure of the data and how it interacts with the database. The View component is responsible for handling user requests and generating responses. It retrieves data from the Model and renders it using the Template component. The Template component is responsible for displaying the data to the user. It is an HTML file with embedded Python code (using </a:t>
            </a:r>
            <a:r>
              <a:rPr lang="en-US" sz="1800" dirty="0" err="1" smtClean="0">
                <a:latin typeface="Times New Roman" pitchFamily="18" charset="0"/>
                <a:cs typeface="Times New Roman" pitchFamily="18" charset="0"/>
              </a:rPr>
              <a:t>Django's</a:t>
            </a:r>
            <a:r>
              <a:rPr lang="en-US" sz="1800" dirty="0" smtClean="0">
                <a:latin typeface="Times New Roman" pitchFamily="18" charset="0"/>
                <a:cs typeface="Times New Roman" pitchFamily="18" charset="0"/>
              </a:rPr>
              <a:t> template language).</a:t>
            </a:r>
            <a:endParaRPr lang="en-US" sz="1800" dirty="0">
              <a:latin typeface="Times New Roman" pitchFamily="18" charset="0"/>
              <a:cs typeface="Times New Roman" pitchFamily="18" charset="0"/>
            </a:endParaRPr>
          </a:p>
        </p:txBody>
      </p:sp>
      <p:sp>
        <p:nvSpPr>
          <p:cNvPr id="3" name="TextBox 2"/>
          <p:cNvSpPr txBox="1"/>
          <p:nvPr/>
        </p:nvSpPr>
        <p:spPr>
          <a:xfrm>
            <a:off x="0" y="483518"/>
            <a:ext cx="9144000" cy="523220"/>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WHAT IS MVT?</a:t>
            </a:r>
            <a:endParaRPr lang="en-US" sz="2800" dirty="0">
              <a:solidFill>
                <a:schemeClr val="accent2">
                  <a:lumMod val="50000"/>
                </a:schemeClr>
              </a:solidFill>
              <a:latin typeface="Algerian" pitchFamily="82" charset="0"/>
            </a:endParaRPr>
          </a:p>
        </p:txBody>
      </p:sp>
    </p:spTree>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9"/>
        <p:cNvGrpSpPr/>
        <p:nvPr/>
      </p:nvGrpSpPr>
      <p:grpSpPr>
        <a:xfrm>
          <a:off x="0" y="0"/>
          <a:ext cx="0" cy="0"/>
          <a:chOff x="0" y="0"/>
          <a:chExt cx="0" cy="0"/>
        </a:xfrm>
      </p:grpSpPr>
      <p:pic>
        <p:nvPicPr>
          <p:cNvPr id="5" name="Picture 4" descr="WhatsApp Image 2024-06-26 at 10.26.03 PM.jpeg"/>
          <p:cNvPicPr>
            <a:picLocks noChangeAspect="1"/>
          </p:cNvPicPr>
          <p:nvPr/>
        </p:nvPicPr>
        <p:blipFill>
          <a:blip r:embed="rId3"/>
          <a:stretch>
            <a:fillRect/>
          </a:stretch>
        </p:blipFill>
        <p:spPr>
          <a:xfrm>
            <a:off x="755576" y="1563638"/>
            <a:ext cx="7416824" cy="3120008"/>
          </a:xfrm>
          <a:prstGeom prst="rect">
            <a:avLst/>
          </a:prstGeom>
        </p:spPr>
      </p:pic>
      <p:sp>
        <p:nvSpPr>
          <p:cNvPr id="6" name="TextBox 5"/>
          <p:cNvSpPr txBox="1"/>
          <p:nvPr/>
        </p:nvSpPr>
        <p:spPr>
          <a:xfrm>
            <a:off x="0" y="699542"/>
            <a:ext cx="9144000" cy="523220"/>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MVT PATTERN</a:t>
            </a:r>
            <a:endParaRPr lang="en-US" sz="2800" b="1" dirty="0">
              <a:solidFill>
                <a:schemeClr val="accent2">
                  <a:lumMod val="50000"/>
                </a:schemeClr>
              </a:solidFill>
              <a:latin typeface="Algerian" pitchFamily="82" charset="0"/>
            </a:endParaRPr>
          </a:p>
        </p:txBody>
      </p:sp>
    </p:spTree>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9"/>
        <p:cNvGrpSpPr/>
        <p:nvPr/>
      </p:nvGrpSpPr>
      <p:grpSpPr>
        <a:xfrm>
          <a:off x="0" y="0"/>
          <a:ext cx="0" cy="0"/>
          <a:chOff x="0" y="0"/>
          <a:chExt cx="0" cy="0"/>
        </a:xfrm>
      </p:grpSpPr>
      <p:sp>
        <p:nvSpPr>
          <p:cNvPr id="2" name="TextBox 1"/>
          <p:cNvSpPr txBox="1"/>
          <p:nvPr/>
        </p:nvSpPr>
        <p:spPr>
          <a:xfrm>
            <a:off x="899592" y="483518"/>
            <a:ext cx="7272808" cy="523220"/>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MODELS</a:t>
            </a:r>
            <a:endParaRPr lang="en-US" sz="2800" dirty="0">
              <a:solidFill>
                <a:schemeClr val="accent2">
                  <a:lumMod val="50000"/>
                </a:schemeClr>
              </a:solidFill>
              <a:latin typeface="Algerian" pitchFamily="82" charset="0"/>
            </a:endParaRPr>
          </a:p>
        </p:txBody>
      </p:sp>
      <p:sp>
        <p:nvSpPr>
          <p:cNvPr id="3" name="TextBox 2"/>
          <p:cNvSpPr txBox="1"/>
          <p:nvPr/>
        </p:nvSpPr>
        <p:spPr>
          <a:xfrm>
            <a:off x="755576" y="1131590"/>
            <a:ext cx="7776864" cy="1754326"/>
          </a:xfrm>
          <a:prstGeom prst="rect">
            <a:avLst/>
          </a:prstGeom>
          <a:noFill/>
        </p:spPr>
        <p:txBody>
          <a:bodyPr wrap="square" rtlCol="0">
            <a:spAutoFit/>
          </a:bodyPr>
          <a:lstStyle/>
          <a:p>
            <a:r>
              <a:rPr lang="en-US" sz="1800" dirty="0" smtClean="0">
                <a:latin typeface="Times New Roman" pitchFamily="18" charset="0"/>
                <a:cs typeface="Times New Roman" pitchFamily="18" charset="0"/>
              </a:rPr>
              <a:t>Models in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are the building blocks of your database. They are Python classes that subclass </a:t>
            </a:r>
            <a:r>
              <a:rPr lang="en-US" sz="1800" dirty="0" err="1" smtClean="0">
                <a:latin typeface="Times New Roman" pitchFamily="18" charset="0"/>
                <a:cs typeface="Times New Roman" pitchFamily="18" charset="0"/>
              </a:rPr>
              <a:t>django.db.models.Model</a:t>
            </a:r>
            <a:r>
              <a:rPr lang="en-US" sz="1800" dirty="0" smtClean="0">
                <a:latin typeface="Times New Roman" pitchFamily="18" charset="0"/>
                <a:cs typeface="Times New Roman" pitchFamily="18" charset="0"/>
              </a:rPr>
              <a:t>. Each model represents a database table, and each attribute of the model represents a field in the table.</a:t>
            </a:r>
          </a:p>
          <a:p>
            <a:r>
              <a:rPr lang="en-US" sz="1800" dirty="0" smtClean="0">
                <a:latin typeface="Times New Roman" pitchFamily="18" charset="0"/>
                <a:cs typeface="Times New Roman" pitchFamily="18" charset="0"/>
              </a:rPr>
              <a:t>When you create a model,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automatically creates a database table for it. The table will have a column for each field in the model.</a:t>
            </a:r>
          </a:p>
          <a:p>
            <a:r>
              <a:rPr lang="en-US" sz="1800" dirty="0" smtClean="0">
                <a:latin typeface="Times New Roman" pitchFamily="18" charset="0"/>
                <a:cs typeface="Times New Roman" pitchFamily="18" charset="0"/>
              </a:rPr>
              <a:t>For example, the following model represents a blog post:</a:t>
            </a:r>
          </a:p>
        </p:txBody>
      </p:sp>
      <p:sp>
        <p:nvSpPr>
          <p:cNvPr id="4" name="TextBox 3"/>
          <p:cNvSpPr txBox="1"/>
          <p:nvPr/>
        </p:nvSpPr>
        <p:spPr>
          <a:xfrm>
            <a:off x="1331640" y="3075806"/>
            <a:ext cx="6624735" cy="1477328"/>
          </a:xfrm>
          <a:prstGeom prst="rect">
            <a:avLst/>
          </a:prstGeom>
          <a:noFill/>
          <a:ln w="12700">
            <a:solidFill>
              <a:schemeClr val="tx1"/>
            </a:solidFill>
          </a:ln>
        </p:spPr>
        <p:txBody>
          <a:bodyPr wrap="square" rtlCol="0">
            <a:spAutoFit/>
          </a:bodyPr>
          <a:lstStyle/>
          <a:p>
            <a:r>
              <a:rPr lang="en-US" sz="1800" dirty="0" smtClean="0">
                <a:solidFill>
                  <a:srgbClr val="0066FF"/>
                </a:solidFill>
                <a:latin typeface="Times New Roman" pitchFamily="18" charset="0"/>
                <a:cs typeface="Times New Roman" pitchFamily="18" charset="0"/>
              </a:rPr>
              <a:t>from </a:t>
            </a:r>
            <a:r>
              <a:rPr lang="en-US" sz="1800" dirty="0" err="1" smtClean="0">
                <a:solidFill>
                  <a:srgbClr val="0066FF"/>
                </a:solidFill>
                <a:latin typeface="Times New Roman" pitchFamily="18" charset="0"/>
                <a:cs typeface="Times New Roman" pitchFamily="18" charset="0"/>
              </a:rPr>
              <a:t>django.db</a:t>
            </a:r>
            <a:r>
              <a:rPr lang="en-US" sz="1800" dirty="0" smtClean="0">
                <a:solidFill>
                  <a:srgbClr val="0066FF"/>
                </a:solidFill>
                <a:latin typeface="Times New Roman" pitchFamily="18" charset="0"/>
                <a:cs typeface="Times New Roman" pitchFamily="18" charset="0"/>
              </a:rPr>
              <a:t> import models </a:t>
            </a:r>
          </a:p>
          <a:p>
            <a:r>
              <a:rPr lang="en-US" sz="1800" dirty="0" smtClean="0">
                <a:solidFill>
                  <a:srgbClr val="0066FF"/>
                </a:solidFill>
                <a:latin typeface="Times New Roman" pitchFamily="18" charset="0"/>
                <a:cs typeface="Times New Roman" pitchFamily="18" charset="0"/>
              </a:rPr>
              <a:t>class Post(</a:t>
            </a:r>
            <a:r>
              <a:rPr lang="en-US" sz="1800" dirty="0" err="1" smtClean="0">
                <a:solidFill>
                  <a:srgbClr val="0066FF"/>
                </a:solidFill>
                <a:latin typeface="Times New Roman" pitchFamily="18" charset="0"/>
                <a:cs typeface="Times New Roman" pitchFamily="18" charset="0"/>
              </a:rPr>
              <a:t>models.Model</a:t>
            </a:r>
            <a:r>
              <a:rPr lang="en-US" sz="1800" dirty="0" smtClean="0">
                <a:solidFill>
                  <a:srgbClr val="0066FF"/>
                </a:solidFill>
                <a:latin typeface="Times New Roman" pitchFamily="18" charset="0"/>
                <a:cs typeface="Times New Roman" pitchFamily="18" charset="0"/>
              </a:rPr>
              <a:t>):    </a:t>
            </a:r>
          </a:p>
          <a:p>
            <a:r>
              <a:rPr lang="en-US" sz="1800" dirty="0" smtClean="0">
                <a:solidFill>
                  <a:srgbClr val="0066FF"/>
                </a:solidFill>
                <a:latin typeface="Times New Roman" pitchFamily="18" charset="0"/>
                <a:cs typeface="Times New Roman" pitchFamily="18" charset="0"/>
              </a:rPr>
              <a:t> 	title = </a:t>
            </a:r>
            <a:r>
              <a:rPr lang="en-US" sz="1800" dirty="0" err="1" smtClean="0">
                <a:solidFill>
                  <a:srgbClr val="0066FF"/>
                </a:solidFill>
                <a:latin typeface="Times New Roman" pitchFamily="18" charset="0"/>
                <a:cs typeface="Times New Roman" pitchFamily="18" charset="0"/>
              </a:rPr>
              <a:t>models.CharField</a:t>
            </a:r>
            <a:r>
              <a:rPr lang="en-US" sz="1800" dirty="0" smtClean="0">
                <a:solidFill>
                  <a:srgbClr val="0066FF"/>
                </a:solidFill>
                <a:latin typeface="Times New Roman" pitchFamily="18" charset="0"/>
                <a:cs typeface="Times New Roman" pitchFamily="18" charset="0"/>
              </a:rPr>
              <a:t>(</a:t>
            </a:r>
            <a:r>
              <a:rPr lang="en-US" sz="1800" dirty="0" err="1" smtClean="0">
                <a:solidFill>
                  <a:srgbClr val="0066FF"/>
                </a:solidFill>
                <a:latin typeface="Times New Roman" pitchFamily="18" charset="0"/>
                <a:cs typeface="Times New Roman" pitchFamily="18" charset="0"/>
              </a:rPr>
              <a:t>max_length</a:t>
            </a:r>
            <a:r>
              <a:rPr lang="en-US" sz="1800" dirty="0" smtClean="0">
                <a:solidFill>
                  <a:srgbClr val="0066FF"/>
                </a:solidFill>
                <a:latin typeface="Times New Roman" pitchFamily="18" charset="0"/>
                <a:cs typeface="Times New Roman" pitchFamily="18" charset="0"/>
              </a:rPr>
              <a:t>=255) </a:t>
            </a:r>
          </a:p>
          <a:p>
            <a:r>
              <a:rPr lang="en-US" sz="1800" dirty="0" smtClean="0">
                <a:solidFill>
                  <a:srgbClr val="0066FF"/>
                </a:solidFill>
                <a:latin typeface="Times New Roman" pitchFamily="18" charset="0"/>
                <a:cs typeface="Times New Roman" pitchFamily="18" charset="0"/>
              </a:rPr>
              <a:t>	body = </a:t>
            </a:r>
            <a:r>
              <a:rPr lang="en-US" sz="1800" dirty="0" err="1" smtClean="0">
                <a:solidFill>
                  <a:srgbClr val="0066FF"/>
                </a:solidFill>
                <a:latin typeface="Times New Roman" pitchFamily="18" charset="0"/>
                <a:cs typeface="Times New Roman" pitchFamily="18" charset="0"/>
              </a:rPr>
              <a:t>models.TextField</a:t>
            </a:r>
            <a:r>
              <a:rPr lang="en-US" sz="1800" dirty="0" smtClean="0">
                <a:solidFill>
                  <a:srgbClr val="0066FF"/>
                </a:solidFill>
                <a:latin typeface="Times New Roman" pitchFamily="18" charset="0"/>
                <a:cs typeface="Times New Roman" pitchFamily="18" charset="0"/>
              </a:rPr>
              <a:t>()    </a:t>
            </a:r>
          </a:p>
          <a:p>
            <a:r>
              <a:rPr lang="en-US" sz="1800" dirty="0" smtClean="0">
                <a:solidFill>
                  <a:srgbClr val="0066FF"/>
                </a:solidFill>
                <a:latin typeface="Times New Roman" pitchFamily="18" charset="0"/>
                <a:cs typeface="Times New Roman" pitchFamily="18" charset="0"/>
              </a:rPr>
              <a:t>	timestamp=</a:t>
            </a:r>
            <a:r>
              <a:rPr lang="en-US" sz="1800" dirty="0" err="1" smtClean="0">
                <a:solidFill>
                  <a:srgbClr val="0066FF"/>
                </a:solidFill>
                <a:latin typeface="Times New Roman" pitchFamily="18" charset="0"/>
                <a:cs typeface="Times New Roman" pitchFamily="18" charset="0"/>
              </a:rPr>
              <a:t>models.DateTimeField</a:t>
            </a:r>
            <a:r>
              <a:rPr lang="en-US" sz="1800" dirty="0" smtClean="0">
                <a:solidFill>
                  <a:srgbClr val="0066FF"/>
                </a:solidFill>
                <a:latin typeface="Times New Roman" pitchFamily="18" charset="0"/>
                <a:cs typeface="Times New Roman" pitchFamily="18" charset="0"/>
              </a:rPr>
              <a:t>(</a:t>
            </a:r>
            <a:r>
              <a:rPr lang="en-US" sz="1800" dirty="0" err="1" smtClean="0">
                <a:solidFill>
                  <a:srgbClr val="0066FF"/>
                </a:solidFill>
                <a:latin typeface="Times New Roman" pitchFamily="18" charset="0"/>
                <a:cs typeface="Times New Roman" pitchFamily="18" charset="0"/>
              </a:rPr>
              <a:t>auto_now_add</a:t>
            </a:r>
            <a:r>
              <a:rPr lang="en-US" sz="1800" dirty="0" smtClean="0">
                <a:solidFill>
                  <a:srgbClr val="0066FF"/>
                </a:solidFill>
                <a:latin typeface="Times New Roman" pitchFamily="18" charset="0"/>
                <a:cs typeface="Times New Roman" pitchFamily="18" charset="0"/>
              </a:rPr>
              <a:t>=True)</a:t>
            </a:r>
            <a:endParaRPr lang="en-US" sz="1800" dirty="0">
              <a:solidFill>
                <a:srgbClr val="0066FF"/>
              </a:solidFill>
              <a:latin typeface="Times New Roman" pitchFamily="18" charset="0"/>
              <a:cs typeface="Times New Roman" pitchFamily="18" charset="0"/>
            </a:endParaRPr>
          </a:p>
        </p:txBody>
      </p:sp>
      <p:sp>
        <p:nvSpPr>
          <p:cNvPr id="5" name="TextBox 4"/>
          <p:cNvSpPr txBox="1"/>
          <p:nvPr/>
        </p:nvSpPr>
        <p:spPr>
          <a:xfrm>
            <a:off x="899592" y="4155926"/>
            <a:ext cx="184731" cy="307777"/>
          </a:xfrm>
          <a:prstGeom prst="rect">
            <a:avLst/>
          </a:prstGeom>
          <a:noFill/>
        </p:spPr>
        <p:txBody>
          <a:bodyPr wrap="none" rtlCol="0">
            <a:spAutoFit/>
          </a:bodyPr>
          <a:lstStyle/>
          <a:p>
            <a:endParaRPr lang="en-US" dirty="0"/>
          </a:p>
        </p:txBody>
      </p:sp>
    </p:spTree>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1"/>
        <p:cNvGrpSpPr/>
        <p:nvPr/>
      </p:nvGrpSpPr>
      <p:grpSpPr>
        <a:xfrm>
          <a:off x="0" y="0"/>
          <a:ext cx="0" cy="0"/>
          <a:chOff x="0" y="0"/>
          <a:chExt cx="0" cy="0"/>
        </a:xfrm>
      </p:grpSpPr>
      <p:sp>
        <p:nvSpPr>
          <p:cNvPr id="4" name="TextBox 3"/>
          <p:cNvSpPr txBox="1"/>
          <p:nvPr/>
        </p:nvSpPr>
        <p:spPr>
          <a:xfrm>
            <a:off x="539552" y="411510"/>
            <a:ext cx="7992888" cy="523220"/>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VIEWS</a:t>
            </a:r>
            <a:endParaRPr lang="en-US" sz="2800" dirty="0">
              <a:solidFill>
                <a:schemeClr val="accent2">
                  <a:lumMod val="50000"/>
                </a:schemeClr>
              </a:solidFill>
              <a:latin typeface="Algerian" pitchFamily="82" charset="0"/>
            </a:endParaRPr>
          </a:p>
        </p:txBody>
      </p:sp>
      <p:sp>
        <p:nvSpPr>
          <p:cNvPr id="5" name="TextBox 4"/>
          <p:cNvSpPr txBox="1"/>
          <p:nvPr/>
        </p:nvSpPr>
        <p:spPr>
          <a:xfrm>
            <a:off x="1547664" y="1491630"/>
            <a:ext cx="184731" cy="307777"/>
          </a:xfrm>
          <a:prstGeom prst="rect">
            <a:avLst/>
          </a:prstGeom>
          <a:noFill/>
        </p:spPr>
        <p:txBody>
          <a:bodyPr wrap="none" rtlCol="0">
            <a:spAutoFit/>
          </a:bodyPr>
          <a:lstStyle/>
          <a:p>
            <a:endParaRPr lang="en-US" dirty="0"/>
          </a:p>
        </p:txBody>
      </p:sp>
      <p:sp>
        <p:nvSpPr>
          <p:cNvPr id="6" name="TextBox 5"/>
          <p:cNvSpPr txBox="1"/>
          <p:nvPr/>
        </p:nvSpPr>
        <p:spPr>
          <a:xfrm>
            <a:off x="539552" y="915566"/>
            <a:ext cx="8604448" cy="2585323"/>
          </a:xfrm>
          <a:prstGeom prst="rect">
            <a:avLst/>
          </a:prstGeom>
          <a:noFill/>
        </p:spPr>
        <p:txBody>
          <a:bodyPr wrap="square" rtlCol="0">
            <a:spAutoFit/>
          </a:bodyPr>
          <a:lstStyle/>
          <a:p>
            <a:r>
              <a:rPr lang="en-US" sz="1800" dirty="0" smtClean="0">
                <a:latin typeface="Times New Roman" pitchFamily="18" charset="0"/>
                <a:cs typeface="Times New Roman" pitchFamily="18" charset="0"/>
              </a:rPr>
              <a:t>In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views are Python functions or classes that take a web request and return a web response. The response can be an HTML page, a JSON object, or any other type of </a:t>
            </a:r>
            <a:r>
              <a:rPr lang="en-US" sz="1800" dirty="0" err="1" smtClean="0">
                <a:latin typeface="Times New Roman" pitchFamily="18" charset="0"/>
                <a:cs typeface="Times New Roman" pitchFamily="18" charset="0"/>
              </a:rPr>
              <a:t>content.There</a:t>
            </a:r>
            <a:r>
              <a:rPr lang="en-US" sz="1800" dirty="0" smtClean="0">
                <a:latin typeface="Times New Roman" pitchFamily="18" charset="0"/>
                <a:cs typeface="Times New Roman" pitchFamily="18" charset="0"/>
              </a:rPr>
              <a:t> are two types of views in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function-based views and class-based </a:t>
            </a:r>
            <a:r>
              <a:rPr lang="en-US" sz="1800" dirty="0" err="1" smtClean="0">
                <a:latin typeface="Times New Roman" pitchFamily="18" charset="0"/>
                <a:cs typeface="Times New Roman" pitchFamily="18" charset="0"/>
              </a:rPr>
              <a:t>views.Function</a:t>
            </a:r>
            <a:r>
              <a:rPr lang="en-US" sz="1800" dirty="0" smtClean="0">
                <a:latin typeface="Times New Roman" pitchFamily="18" charset="0"/>
                <a:cs typeface="Times New Roman" pitchFamily="18" charset="0"/>
              </a:rPr>
              <a:t>-based views are the simpler of the two types. They are just Python functions that take a web request and return a web </a:t>
            </a:r>
            <a:r>
              <a:rPr lang="en-US" sz="1800" dirty="0" err="1" smtClean="0">
                <a:latin typeface="Times New Roman" pitchFamily="18" charset="0"/>
                <a:cs typeface="Times New Roman" pitchFamily="18" charset="0"/>
              </a:rPr>
              <a:t>response.Class</a:t>
            </a:r>
            <a:r>
              <a:rPr lang="en-US" sz="1800" dirty="0" smtClean="0">
                <a:latin typeface="Times New Roman" pitchFamily="18" charset="0"/>
                <a:cs typeface="Times New Roman" pitchFamily="18" charset="0"/>
              </a:rPr>
              <a:t>-based views are more complex, but they offer more flexibility and reusability. They are defined as classes that inherit from the View </a:t>
            </a:r>
            <a:r>
              <a:rPr lang="en-US" sz="1800" dirty="0" err="1" smtClean="0">
                <a:latin typeface="Times New Roman" pitchFamily="18" charset="0"/>
                <a:cs typeface="Times New Roman" pitchFamily="18" charset="0"/>
              </a:rPr>
              <a:t>class.To</a:t>
            </a:r>
            <a:r>
              <a:rPr lang="en-US" sz="1800" dirty="0" smtClean="0">
                <a:latin typeface="Times New Roman" pitchFamily="18" charset="0"/>
                <a:cs typeface="Times New Roman" pitchFamily="18" charset="0"/>
              </a:rPr>
              <a:t> create a view, you first need to define a URL pattern for it. This is done in the urls.py file of your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project.Once</a:t>
            </a:r>
            <a:r>
              <a:rPr lang="en-US" sz="1800" dirty="0" smtClean="0">
                <a:latin typeface="Times New Roman" pitchFamily="18" charset="0"/>
                <a:cs typeface="Times New Roman" pitchFamily="18" charset="0"/>
              </a:rPr>
              <a:t> you have defined a URL pattern for your view, you need to create a Python function or class that implements the view</a:t>
            </a:r>
            <a:r>
              <a:rPr lang="en-US" dirty="0" smtClean="0"/>
              <a:t>.</a:t>
            </a:r>
            <a:endParaRPr lang="en-US" dirty="0"/>
          </a:p>
        </p:txBody>
      </p:sp>
      <p:sp>
        <p:nvSpPr>
          <p:cNvPr id="9" name="TextBox 8"/>
          <p:cNvSpPr txBox="1"/>
          <p:nvPr/>
        </p:nvSpPr>
        <p:spPr>
          <a:xfrm>
            <a:off x="2411760" y="3579862"/>
            <a:ext cx="3443571" cy="1200329"/>
          </a:xfrm>
          <a:prstGeom prst="rect">
            <a:avLst/>
          </a:prstGeom>
          <a:noFill/>
          <a:ln w="12700">
            <a:solidFill>
              <a:schemeClr val="tx1"/>
            </a:solidFill>
          </a:ln>
        </p:spPr>
        <p:txBody>
          <a:bodyPr wrap="none" rtlCol="0">
            <a:spAutoFit/>
          </a:bodyPr>
          <a:lstStyle/>
          <a:p>
            <a:r>
              <a:rPr lang="en-US" sz="1800" dirty="0" smtClean="0">
                <a:solidFill>
                  <a:srgbClr val="0066FF"/>
                </a:solidFill>
                <a:latin typeface="Times New Roman" pitchFamily="18" charset="0"/>
                <a:cs typeface="Times New Roman" pitchFamily="18" charset="0"/>
              </a:rPr>
              <a:t>from </a:t>
            </a:r>
            <a:r>
              <a:rPr lang="en-US" sz="1800" dirty="0" err="1" smtClean="0">
                <a:solidFill>
                  <a:srgbClr val="0066FF"/>
                </a:solidFill>
                <a:latin typeface="Times New Roman" pitchFamily="18" charset="0"/>
                <a:cs typeface="Times New Roman" pitchFamily="18" charset="0"/>
              </a:rPr>
              <a:t>django.urls</a:t>
            </a:r>
            <a:r>
              <a:rPr lang="en-US" sz="1800" dirty="0" smtClean="0">
                <a:solidFill>
                  <a:srgbClr val="0066FF"/>
                </a:solidFill>
                <a:latin typeface="Times New Roman" pitchFamily="18" charset="0"/>
                <a:cs typeface="Times New Roman" pitchFamily="18" charset="0"/>
              </a:rPr>
              <a:t> import path</a:t>
            </a:r>
          </a:p>
          <a:p>
            <a:r>
              <a:rPr lang="en-US" sz="1800" dirty="0" err="1" smtClean="0">
                <a:solidFill>
                  <a:srgbClr val="0066FF"/>
                </a:solidFill>
                <a:latin typeface="Times New Roman" pitchFamily="18" charset="0"/>
                <a:cs typeface="Times New Roman" pitchFamily="18" charset="0"/>
              </a:rPr>
              <a:t>urlpatterns</a:t>
            </a:r>
            <a:r>
              <a:rPr lang="en-US" sz="1800" dirty="0" smtClean="0">
                <a:solidFill>
                  <a:srgbClr val="0066FF"/>
                </a:solidFill>
                <a:latin typeface="Times New Roman" pitchFamily="18" charset="0"/>
                <a:cs typeface="Times New Roman" pitchFamily="18" charset="0"/>
              </a:rPr>
              <a:t> = [    </a:t>
            </a:r>
          </a:p>
          <a:p>
            <a:r>
              <a:rPr lang="en-US" sz="1800" dirty="0" smtClean="0">
                <a:solidFill>
                  <a:srgbClr val="0066FF"/>
                </a:solidFill>
                <a:latin typeface="Times New Roman" pitchFamily="18" charset="0"/>
                <a:cs typeface="Times New Roman" pitchFamily="18" charset="0"/>
              </a:rPr>
              <a:t>path('', </a:t>
            </a:r>
            <a:r>
              <a:rPr lang="en-US" sz="1800" dirty="0" err="1" smtClean="0">
                <a:solidFill>
                  <a:srgbClr val="0066FF"/>
                </a:solidFill>
                <a:latin typeface="Times New Roman" pitchFamily="18" charset="0"/>
                <a:cs typeface="Times New Roman" pitchFamily="18" charset="0"/>
              </a:rPr>
              <a:t>views.index</a:t>
            </a:r>
            <a:r>
              <a:rPr lang="en-US" sz="1800" dirty="0" smtClean="0">
                <a:solidFill>
                  <a:srgbClr val="0066FF"/>
                </a:solidFill>
                <a:latin typeface="Times New Roman" pitchFamily="18" charset="0"/>
                <a:cs typeface="Times New Roman" pitchFamily="18" charset="0"/>
              </a:rPr>
              <a:t>, name='index'),</a:t>
            </a:r>
          </a:p>
          <a:p>
            <a:r>
              <a:rPr lang="en-US" sz="1800" dirty="0" smtClean="0">
                <a:solidFill>
                  <a:srgbClr val="0066FF"/>
                </a:solidFill>
                <a:latin typeface="Times New Roman" pitchFamily="18" charset="0"/>
                <a:cs typeface="Times New Roman" pitchFamily="18" charset="0"/>
              </a:rPr>
              <a:t>]</a:t>
            </a:r>
            <a:endParaRPr lang="en-US" sz="1800" dirty="0">
              <a:solidFill>
                <a:srgbClr val="0066FF"/>
              </a:solidFill>
              <a:latin typeface="Times New Roman" pitchFamily="18" charset="0"/>
              <a:cs typeface="Times New Roman" pitchFamily="18" charset="0"/>
            </a:endParaRPr>
          </a:p>
        </p:txBody>
      </p:sp>
    </p:spTree>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6"/>
        <p:cNvGrpSpPr/>
        <p:nvPr/>
      </p:nvGrpSpPr>
      <p:grpSpPr>
        <a:xfrm>
          <a:off x="0" y="0"/>
          <a:ext cx="0" cy="0"/>
          <a:chOff x="0" y="0"/>
          <a:chExt cx="0" cy="0"/>
        </a:xfrm>
      </p:grpSpPr>
      <p:sp>
        <p:nvSpPr>
          <p:cNvPr id="2" name="TextBox 1"/>
          <p:cNvSpPr txBox="1"/>
          <p:nvPr/>
        </p:nvSpPr>
        <p:spPr>
          <a:xfrm>
            <a:off x="971600" y="483518"/>
            <a:ext cx="7272808" cy="523220"/>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TEMPLATES</a:t>
            </a:r>
            <a:endParaRPr lang="en-US" sz="2800" dirty="0">
              <a:solidFill>
                <a:schemeClr val="accent2">
                  <a:lumMod val="50000"/>
                </a:schemeClr>
              </a:solidFill>
              <a:latin typeface="Algerian" pitchFamily="82" charset="0"/>
            </a:endParaRPr>
          </a:p>
        </p:txBody>
      </p:sp>
      <p:sp>
        <p:nvSpPr>
          <p:cNvPr id="3" name="TextBox 2"/>
          <p:cNvSpPr txBox="1"/>
          <p:nvPr/>
        </p:nvSpPr>
        <p:spPr>
          <a:xfrm>
            <a:off x="395536" y="1203598"/>
            <a:ext cx="8604448" cy="2585323"/>
          </a:xfrm>
          <a:prstGeom prst="rect">
            <a:avLst/>
          </a:prstGeom>
          <a:noFill/>
        </p:spPr>
        <p:txBody>
          <a:bodyPr wrap="square" rtlCol="0">
            <a:spAutoFit/>
          </a:bodyPr>
          <a:lstStyle/>
          <a:p>
            <a:r>
              <a:rPr lang="en-US" sz="1800" dirty="0" smtClean="0">
                <a:latin typeface="Times New Roman" pitchFamily="18" charset="0"/>
                <a:cs typeface="Times New Roman" pitchFamily="18" charset="0"/>
              </a:rPr>
              <a:t>Templates are the third and most important part of </a:t>
            </a:r>
            <a:r>
              <a:rPr lang="en-US" sz="1800" dirty="0" err="1" smtClean="0">
                <a:latin typeface="Times New Roman" pitchFamily="18" charset="0"/>
                <a:cs typeface="Times New Roman" pitchFamily="18" charset="0"/>
              </a:rPr>
              <a:t>Django’s</a:t>
            </a:r>
            <a:r>
              <a:rPr lang="en-US" sz="1800" dirty="0" smtClean="0">
                <a:latin typeface="Times New Roman" pitchFamily="18" charset="0"/>
                <a:cs typeface="Times New Roman" pitchFamily="18" charset="0"/>
              </a:rPr>
              <a:t> MVT Structure.</a:t>
            </a:r>
          </a:p>
          <a:p>
            <a:r>
              <a:rPr lang="en-US" sz="1800" dirty="0" smtClean="0">
                <a:latin typeface="Times New Roman" pitchFamily="18" charset="0"/>
                <a:cs typeface="Times New Roman" pitchFamily="18" charset="0"/>
              </a:rPr>
              <a:t>A Template in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is basically written in HTML, CSS and JavaScript in a .html</a:t>
            </a:r>
          </a:p>
          <a:p>
            <a:r>
              <a:rPr lang="en-US" sz="1800" dirty="0" smtClean="0">
                <a:latin typeface="Times New Roman" pitchFamily="18" charset="0"/>
                <a:cs typeface="Times New Roman" pitchFamily="18" charset="0"/>
              </a:rPr>
              <a:t>file.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framework efficiently handles and generates dynamic HTML web pages that are visible to the </a:t>
            </a:r>
            <a:r>
              <a:rPr lang="en-US" sz="1800" dirty="0" err="1" smtClean="0">
                <a:latin typeface="Times New Roman" pitchFamily="18" charset="0"/>
                <a:cs typeface="Times New Roman" pitchFamily="18" charset="0"/>
              </a:rPr>
              <a:t>enduser</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mainly functions with the backend so, in order to provide a frontend and provide a layout to our website, we use templates.</a:t>
            </a:r>
          </a:p>
          <a:p>
            <a:r>
              <a:rPr lang="en-US" sz="1800" dirty="0" smtClean="0">
                <a:latin typeface="Times New Roman" pitchFamily="18" charset="0"/>
                <a:cs typeface="Times New Roman" pitchFamily="18" charset="0"/>
              </a:rPr>
              <a:t>To use templates in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you need to create a template directory in your app directory. The name of the template directory is arbitrary, but it is typically called templates.</a:t>
            </a:r>
          </a:p>
          <a:p>
            <a:r>
              <a:rPr lang="en-US" sz="1800" dirty="0" smtClean="0">
                <a:latin typeface="Times New Roman" pitchFamily="18" charset="0"/>
                <a:cs typeface="Times New Roman" pitchFamily="18" charset="0"/>
              </a:rPr>
              <a:t>Within the template directory, you can create individual template files. Each template file should have a .html extension. </a:t>
            </a:r>
            <a:endParaRPr lang="en-US" sz="1800" dirty="0">
              <a:latin typeface="Times New Roman" pitchFamily="18" charset="0"/>
              <a:cs typeface="Times New Roman" pitchFamily="18" charset="0"/>
            </a:endParaRPr>
          </a:p>
        </p:txBody>
      </p:sp>
    </p:spTree>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5"/>
        <p:cNvGrpSpPr/>
        <p:nvPr/>
      </p:nvGrpSpPr>
      <p:grpSpPr>
        <a:xfrm>
          <a:off x="0" y="0"/>
          <a:ext cx="0" cy="0"/>
          <a:chOff x="0" y="0"/>
          <a:chExt cx="0" cy="0"/>
        </a:xfrm>
      </p:grpSpPr>
      <p:grpSp>
        <p:nvGrpSpPr>
          <p:cNvPr id="2027" name="Google Shape;2027;p50"/>
          <p:cNvGrpSpPr/>
          <p:nvPr/>
        </p:nvGrpSpPr>
        <p:grpSpPr>
          <a:xfrm>
            <a:off x="6807363" y="2912500"/>
            <a:ext cx="3920501" cy="3531600"/>
            <a:chOff x="6807363" y="2912500"/>
            <a:chExt cx="3920501" cy="3531600"/>
          </a:xfrm>
        </p:grpSpPr>
        <p:pic>
          <p:nvPicPr>
            <p:cNvPr id="2028" name="Google Shape;2028;p50"/>
            <p:cNvPicPr preferRelativeResize="0"/>
            <p:nvPr/>
          </p:nvPicPr>
          <p:blipFill rotWithShape="1">
            <a:blip r:embed="rId3">
              <a:alphaModFix/>
            </a:blip>
            <a:srcRect l="12472" t="17720" b="15461"/>
            <a:stretch/>
          </p:blipFill>
          <p:spPr>
            <a:xfrm>
              <a:off x="6807363" y="2912500"/>
              <a:ext cx="3920501" cy="3531600"/>
            </a:xfrm>
            <a:prstGeom prst="rect">
              <a:avLst/>
            </a:prstGeom>
            <a:noFill/>
            <a:ln>
              <a:noFill/>
            </a:ln>
          </p:spPr>
        </p:pic>
        <p:sp>
          <p:nvSpPr>
            <p:cNvPr id="2029" name="Google Shape;2029;p50"/>
            <p:cNvSpPr/>
            <p:nvPr/>
          </p:nvSpPr>
          <p:spPr>
            <a:xfrm rot="10800000">
              <a:off x="7638374" y="2987294"/>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0" name="Google Shape;2030;p50"/>
            <p:cNvGrpSpPr/>
            <p:nvPr/>
          </p:nvGrpSpPr>
          <p:grpSpPr>
            <a:xfrm>
              <a:off x="7441400" y="3766050"/>
              <a:ext cx="582050" cy="582425"/>
              <a:chOff x="959750" y="3039275"/>
              <a:chExt cx="582050" cy="582425"/>
            </a:xfrm>
          </p:grpSpPr>
          <p:sp>
            <p:nvSpPr>
              <p:cNvPr id="2031" name="Google Shape;2031;p5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5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5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5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5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5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5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8" name="Google Shape;2038;p50"/>
            <p:cNvGrpSpPr/>
            <p:nvPr/>
          </p:nvGrpSpPr>
          <p:grpSpPr>
            <a:xfrm>
              <a:off x="8194124" y="3824159"/>
              <a:ext cx="134004" cy="134004"/>
              <a:chOff x="8356813" y="1074288"/>
              <a:chExt cx="351900" cy="351900"/>
            </a:xfrm>
          </p:grpSpPr>
          <p:sp>
            <p:nvSpPr>
              <p:cNvPr id="2039" name="Google Shape;2039;p5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5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1" name="Google Shape;2041;p50"/>
            <p:cNvGrpSpPr/>
            <p:nvPr/>
          </p:nvGrpSpPr>
          <p:grpSpPr>
            <a:xfrm>
              <a:off x="8279686" y="4297459"/>
              <a:ext cx="134004" cy="134004"/>
              <a:chOff x="8356813" y="1074288"/>
              <a:chExt cx="351900" cy="351900"/>
            </a:xfrm>
          </p:grpSpPr>
          <p:sp>
            <p:nvSpPr>
              <p:cNvPr id="2042" name="Google Shape;2042;p5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5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4" name="Google Shape;2044;p50"/>
            <p:cNvSpPr/>
            <p:nvPr/>
          </p:nvSpPr>
          <p:spPr>
            <a:xfrm>
              <a:off x="8608325" y="2987900"/>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45" name="Google Shape;2045;p50"/>
            <p:cNvGrpSpPr/>
            <p:nvPr/>
          </p:nvGrpSpPr>
          <p:grpSpPr>
            <a:xfrm>
              <a:off x="8498812" y="3538958"/>
              <a:ext cx="699928" cy="1651024"/>
              <a:chOff x="8337812" y="3492483"/>
              <a:chExt cx="699928" cy="1651024"/>
            </a:xfrm>
          </p:grpSpPr>
          <p:sp>
            <p:nvSpPr>
              <p:cNvPr id="2046" name="Google Shape;2046;p5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5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5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9" name="Google Shape;2049;p50"/>
            <p:cNvGrpSpPr/>
            <p:nvPr/>
          </p:nvGrpSpPr>
          <p:grpSpPr>
            <a:xfrm>
              <a:off x="8267753" y="4417410"/>
              <a:ext cx="1162043" cy="932702"/>
              <a:chOff x="7945225" y="4302000"/>
              <a:chExt cx="904666" cy="726121"/>
            </a:xfrm>
          </p:grpSpPr>
          <p:sp>
            <p:nvSpPr>
              <p:cNvPr id="2050" name="Google Shape;2050;p5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5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54" name="Google Shape;2054;p50"/>
          <p:cNvGrpSpPr/>
          <p:nvPr/>
        </p:nvGrpSpPr>
        <p:grpSpPr>
          <a:xfrm>
            <a:off x="-1178500" y="-783270"/>
            <a:ext cx="2584025" cy="5008632"/>
            <a:chOff x="-1178500" y="-783270"/>
            <a:chExt cx="2584025" cy="5008632"/>
          </a:xfrm>
        </p:grpSpPr>
        <p:sp>
          <p:nvSpPr>
            <p:cNvPr id="2055" name="Google Shape;2055;p50"/>
            <p:cNvSpPr/>
            <p:nvPr/>
          </p:nvSpPr>
          <p:spPr>
            <a:xfrm>
              <a:off x="-531025" y="-783270"/>
              <a:ext cx="1831906" cy="2973982"/>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50"/>
            <p:cNvSpPr/>
            <p:nvPr/>
          </p:nvSpPr>
          <p:spPr>
            <a:xfrm rot="10800000">
              <a:off x="-1178500" y="1251380"/>
              <a:ext cx="1831906" cy="2973982"/>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7" name="Google Shape;2057;p50"/>
            <p:cNvGrpSpPr/>
            <p:nvPr/>
          </p:nvGrpSpPr>
          <p:grpSpPr>
            <a:xfrm>
              <a:off x="-249814" y="105367"/>
              <a:ext cx="1269472" cy="868249"/>
              <a:chOff x="39722" y="4349021"/>
              <a:chExt cx="1061964" cy="726143"/>
            </a:xfrm>
          </p:grpSpPr>
          <p:grpSp>
            <p:nvGrpSpPr>
              <p:cNvPr id="2058" name="Google Shape;2058;p50"/>
              <p:cNvGrpSpPr/>
              <p:nvPr/>
            </p:nvGrpSpPr>
            <p:grpSpPr>
              <a:xfrm rot="2700000">
                <a:off x="140502" y="4460924"/>
                <a:ext cx="524584" cy="502337"/>
                <a:chOff x="1189791" y="-1767331"/>
                <a:chExt cx="904284" cy="865933"/>
              </a:xfrm>
            </p:grpSpPr>
            <p:sp>
              <p:nvSpPr>
                <p:cNvPr id="2059" name="Google Shape;2059;p50"/>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0" name="Google Shape;2060;p50"/>
                <p:cNvGrpSpPr/>
                <p:nvPr/>
              </p:nvGrpSpPr>
              <p:grpSpPr>
                <a:xfrm>
                  <a:off x="1232795" y="-1740829"/>
                  <a:ext cx="717621" cy="717392"/>
                  <a:chOff x="1483457" y="3953671"/>
                  <a:chExt cx="717621" cy="717392"/>
                </a:xfrm>
              </p:grpSpPr>
              <p:sp>
                <p:nvSpPr>
                  <p:cNvPr id="2061" name="Google Shape;2061;p5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5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5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5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5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66" name="Google Shape;2066;p50"/>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7" name="Google Shape;2067;p50"/>
            <p:cNvGrpSpPr/>
            <p:nvPr/>
          </p:nvGrpSpPr>
          <p:grpSpPr>
            <a:xfrm rot="5400000">
              <a:off x="966375" y="-246975"/>
              <a:ext cx="439200" cy="439100"/>
              <a:chOff x="1101075" y="2142375"/>
              <a:chExt cx="439200" cy="439100"/>
            </a:xfrm>
          </p:grpSpPr>
          <p:sp>
            <p:nvSpPr>
              <p:cNvPr id="2068" name="Google Shape;2068;p5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5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4" name="TextBox 43"/>
          <p:cNvSpPr txBox="1"/>
          <p:nvPr/>
        </p:nvSpPr>
        <p:spPr>
          <a:xfrm>
            <a:off x="0" y="411510"/>
            <a:ext cx="9144000" cy="523220"/>
          </a:xfrm>
          <a:prstGeom prst="rect">
            <a:avLst/>
          </a:prstGeom>
          <a:noFill/>
        </p:spPr>
        <p:txBody>
          <a:bodyPr wrap="square" rtlCol="0">
            <a:spAutoFit/>
          </a:bodyPr>
          <a:lstStyle/>
          <a:p>
            <a:pPr algn="ctr"/>
            <a:r>
              <a:rPr lang="en-IN" sz="2800" b="1" dirty="0" smtClean="0">
                <a:solidFill>
                  <a:schemeClr val="accent2">
                    <a:lumMod val="50000"/>
                  </a:schemeClr>
                </a:solidFill>
                <a:latin typeface="Algerian" pitchFamily="82" charset="0"/>
                <a:ea typeface="Calibri" panose="020F0502020204030204" pitchFamily="34" charset="0"/>
              </a:rPr>
              <a:t>STEPS</a:t>
            </a:r>
            <a:r>
              <a:rPr lang="en-IN" sz="2800" b="1" spc="25" dirty="0" smtClean="0">
                <a:solidFill>
                  <a:schemeClr val="accent2">
                    <a:lumMod val="50000"/>
                  </a:schemeClr>
                </a:solidFill>
                <a:latin typeface="Algerian" pitchFamily="82" charset="0"/>
                <a:ea typeface="Calibri" panose="020F0502020204030204" pitchFamily="34" charset="0"/>
              </a:rPr>
              <a:t> </a:t>
            </a:r>
            <a:r>
              <a:rPr lang="en-IN" sz="2800" b="1" dirty="0" smtClean="0">
                <a:solidFill>
                  <a:schemeClr val="accent2">
                    <a:lumMod val="50000"/>
                  </a:schemeClr>
                </a:solidFill>
                <a:latin typeface="Algerian" pitchFamily="82" charset="0"/>
                <a:ea typeface="Calibri" panose="020F0502020204030204" pitchFamily="34" charset="0"/>
              </a:rPr>
              <a:t>TO</a:t>
            </a:r>
            <a:r>
              <a:rPr lang="en-IN" sz="2800" b="1" spc="25" dirty="0" smtClean="0">
                <a:solidFill>
                  <a:schemeClr val="accent2">
                    <a:lumMod val="50000"/>
                  </a:schemeClr>
                </a:solidFill>
                <a:latin typeface="Algerian" pitchFamily="82" charset="0"/>
                <a:ea typeface="Calibri" panose="020F0502020204030204" pitchFamily="34" charset="0"/>
              </a:rPr>
              <a:t> </a:t>
            </a:r>
            <a:r>
              <a:rPr lang="en-IN" sz="2800" b="1" dirty="0" smtClean="0">
                <a:solidFill>
                  <a:schemeClr val="accent2">
                    <a:lumMod val="50000"/>
                  </a:schemeClr>
                </a:solidFill>
                <a:latin typeface="Algerian" pitchFamily="82" charset="0"/>
                <a:ea typeface="Calibri" panose="020F0502020204030204" pitchFamily="34" charset="0"/>
              </a:rPr>
              <a:t>CREATE</a:t>
            </a:r>
            <a:r>
              <a:rPr lang="en-IN" sz="2800" b="1" spc="25" dirty="0" smtClean="0">
                <a:solidFill>
                  <a:schemeClr val="accent2">
                    <a:lumMod val="50000"/>
                  </a:schemeClr>
                </a:solidFill>
                <a:latin typeface="Algerian" pitchFamily="82" charset="0"/>
                <a:ea typeface="Calibri" panose="020F0502020204030204" pitchFamily="34" charset="0"/>
              </a:rPr>
              <a:t> </a:t>
            </a:r>
            <a:r>
              <a:rPr lang="en-IN" sz="2800" b="1" dirty="0" smtClean="0">
                <a:solidFill>
                  <a:schemeClr val="accent2">
                    <a:lumMod val="50000"/>
                  </a:schemeClr>
                </a:solidFill>
                <a:latin typeface="Algerian" pitchFamily="82" charset="0"/>
                <a:ea typeface="Calibri" panose="020F0502020204030204" pitchFamily="34" charset="0"/>
              </a:rPr>
              <a:t>PROJECT</a:t>
            </a:r>
            <a:r>
              <a:rPr lang="en-IN" sz="2800" b="1" spc="30" dirty="0" smtClean="0">
                <a:solidFill>
                  <a:schemeClr val="accent2">
                    <a:lumMod val="50000"/>
                  </a:schemeClr>
                </a:solidFill>
                <a:latin typeface="Algerian" pitchFamily="82" charset="0"/>
                <a:ea typeface="Calibri" panose="020F0502020204030204" pitchFamily="34" charset="0"/>
              </a:rPr>
              <a:t> </a:t>
            </a:r>
            <a:r>
              <a:rPr lang="en-IN" sz="2800" b="1" dirty="0" smtClean="0">
                <a:solidFill>
                  <a:schemeClr val="accent2">
                    <a:lumMod val="50000"/>
                  </a:schemeClr>
                </a:solidFill>
                <a:latin typeface="Algerian" pitchFamily="82" charset="0"/>
                <a:ea typeface="Calibri" panose="020F0502020204030204" pitchFamily="34" charset="0"/>
              </a:rPr>
              <a:t>IN</a:t>
            </a:r>
            <a:r>
              <a:rPr lang="en-IN" sz="2800" b="1" spc="30" dirty="0" smtClean="0">
                <a:solidFill>
                  <a:schemeClr val="accent2">
                    <a:lumMod val="50000"/>
                  </a:schemeClr>
                </a:solidFill>
                <a:latin typeface="Algerian" pitchFamily="82" charset="0"/>
                <a:ea typeface="Calibri" panose="020F0502020204030204" pitchFamily="34" charset="0"/>
              </a:rPr>
              <a:t> </a:t>
            </a:r>
            <a:r>
              <a:rPr lang="en-IN" sz="2800" b="1" dirty="0" smtClean="0">
                <a:solidFill>
                  <a:schemeClr val="accent2">
                    <a:lumMod val="50000"/>
                  </a:schemeClr>
                </a:solidFill>
                <a:latin typeface="Algerian" pitchFamily="82" charset="0"/>
                <a:ea typeface="Calibri" panose="020F0502020204030204" pitchFamily="34" charset="0"/>
              </a:rPr>
              <a:t>DJANGO</a:t>
            </a:r>
            <a:endParaRPr lang="en-US" sz="2800" dirty="0">
              <a:solidFill>
                <a:schemeClr val="accent2">
                  <a:lumMod val="50000"/>
                </a:schemeClr>
              </a:solidFill>
              <a:latin typeface="Algerian" pitchFamily="82" charset="0"/>
            </a:endParaRPr>
          </a:p>
        </p:txBody>
      </p:sp>
      <p:sp>
        <p:nvSpPr>
          <p:cNvPr id="45" name="TextBox 44"/>
          <p:cNvSpPr txBox="1"/>
          <p:nvPr/>
        </p:nvSpPr>
        <p:spPr>
          <a:xfrm>
            <a:off x="395536" y="915566"/>
            <a:ext cx="8352928" cy="3831818"/>
          </a:xfrm>
          <a:prstGeom prst="rect">
            <a:avLst/>
          </a:prstGeom>
          <a:noFill/>
        </p:spPr>
        <p:txBody>
          <a:bodyPr wrap="square" rtlCol="0">
            <a:spAutoFit/>
          </a:bodyPr>
          <a:lstStyle/>
          <a:p>
            <a:pPr>
              <a:lnSpc>
                <a:spcPct val="150000"/>
              </a:lnSpc>
              <a:buFont typeface="Wingdings" pitchFamily="2" charset="2"/>
              <a:buChar char="Ø"/>
            </a:pPr>
            <a:r>
              <a:rPr lang="en-IN" sz="1800" spc="-5" dirty="0" smtClean="0">
                <a:latin typeface="Times New Roman" pitchFamily="18" charset="0"/>
                <a:ea typeface="Calibri" panose="020F0502020204030204" pitchFamily="34" charset="0"/>
                <a:cs typeface="Times New Roman" pitchFamily="18" charset="0"/>
              </a:rPr>
              <a:t>DJA</a:t>
            </a:r>
            <a:r>
              <a:rPr lang="en-IN" sz="1800" dirty="0" smtClean="0">
                <a:latin typeface="Times New Roman" pitchFamily="18" charset="0"/>
                <a:ea typeface="Calibri" panose="020F0502020204030204" pitchFamily="34" charset="0"/>
                <a:cs typeface="Times New Roman" pitchFamily="18" charset="0"/>
              </a:rPr>
              <a:t>N</a:t>
            </a:r>
            <a:r>
              <a:rPr lang="en-IN" sz="1800" spc="-5" dirty="0" smtClean="0">
                <a:latin typeface="Times New Roman" pitchFamily="18" charset="0"/>
                <a:ea typeface="Calibri" panose="020F0502020204030204" pitchFamily="34" charset="0"/>
                <a:cs typeface="Times New Roman" pitchFamily="18" charset="0"/>
              </a:rPr>
              <a:t>G</a:t>
            </a:r>
            <a:r>
              <a:rPr lang="en-IN" sz="1800" spc="30" dirty="0" smtClean="0">
                <a:latin typeface="Times New Roman" pitchFamily="18" charset="0"/>
                <a:ea typeface="Calibri" panose="020F0502020204030204" pitchFamily="34" charset="0"/>
                <a:cs typeface="Times New Roman" pitchFamily="18" charset="0"/>
              </a:rPr>
              <a:t>O</a:t>
            </a:r>
            <a:r>
              <a:rPr lang="en-IN" sz="1800" spc="-25"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AD</a:t>
            </a:r>
            <a:r>
              <a:rPr lang="en-IN" sz="1800" dirty="0" smtClean="0">
                <a:latin typeface="Times New Roman" pitchFamily="18" charset="0"/>
                <a:ea typeface="Calibri" panose="020F0502020204030204" pitchFamily="34" charset="0"/>
                <a:cs typeface="Times New Roman" pitchFamily="18" charset="0"/>
              </a:rPr>
              <a:t>M</a:t>
            </a:r>
            <a:r>
              <a:rPr lang="en-IN" sz="1800" spc="-5" dirty="0" smtClean="0">
                <a:latin typeface="Times New Roman" pitchFamily="18" charset="0"/>
                <a:ea typeface="Calibri" panose="020F0502020204030204" pitchFamily="34" charset="0"/>
                <a:cs typeface="Times New Roman" pitchFamily="18" charset="0"/>
              </a:rPr>
              <a:t>I</a:t>
            </a:r>
            <a:r>
              <a:rPr lang="en-IN" sz="1800" dirty="0" smtClean="0">
                <a:latin typeface="Times New Roman" pitchFamily="18" charset="0"/>
                <a:ea typeface="Calibri" panose="020F0502020204030204" pitchFamily="34" charset="0"/>
                <a:cs typeface="Times New Roman" pitchFamily="18" charset="0"/>
              </a:rPr>
              <a:t>N</a:t>
            </a:r>
            <a:r>
              <a:rPr lang="en-IN" sz="1800" spc="20" dirty="0" smtClean="0">
                <a:latin typeface="Times New Roman" pitchFamily="18" charset="0"/>
                <a:ea typeface="Calibri" panose="020F0502020204030204" pitchFamily="34" charset="0"/>
                <a:cs typeface="Times New Roman" pitchFamily="18" charset="0"/>
              </a:rPr>
              <a:t> </a:t>
            </a:r>
            <a:r>
              <a:rPr lang="en-IN" sz="1800" spc="-5" dirty="0" smtClean="0">
                <a:latin typeface="Times New Roman" pitchFamily="18" charset="0"/>
                <a:ea typeface="Calibri" panose="020F0502020204030204" pitchFamily="34" charset="0"/>
                <a:cs typeface="Times New Roman" pitchFamily="18" charset="0"/>
              </a:rPr>
              <a:t>S</a:t>
            </a:r>
            <a:r>
              <a:rPr lang="en-IN" sz="1800" spc="-95" dirty="0" smtClean="0">
                <a:latin typeface="Times New Roman" pitchFamily="18" charset="0"/>
                <a:ea typeface="Calibri" panose="020F0502020204030204" pitchFamily="34" charset="0"/>
                <a:cs typeface="Times New Roman" pitchFamily="18" charset="0"/>
              </a:rPr>
              <a:t>T</a:t>
            </a:r>
            <a:r>
              <a:rPr lang="en-IN" sz="1800" spc="-5" dirty="0" smtClean="0">
                <a:latin typeface="Times New Roman" pitchFamily="18" charset="0"/>
                <a:ea typeface="Calibri" panose="020F0502020204030204" pitchFamily="34" charset="0"/>
                <a:cs typeface="Times New Roman" pitchFamily="18" charset="0"/>
              </a:rPr>
              <a:t>A</a:t>
            </a:r>
            <a:r>
              <a:rPr lang="en-IN" sz="1800" spc="-85" dirty="0" smtClean="0">
                <a:latin typeface="Times New Roman" pitchFamily="18" charset="0"/>
                <a:ea typeface="Calibri" panose="020F0502020204030204" pitchFamily="34" charset="0"/>
                <a:cs typeface="Times New Roman" pitchFamily="18" charset="0"/>
              </a:rPr>
              <a:t>R</a:t>
            </a:r>
            <a:r>
              <a:rPr lang="en-IN" sz="1800" spc="-5" dirty="0" smtClean="0">
                <a:latin typeface="Times New Roman" pitchFamily="18" charset="0"/>
                <a:ea typeface="Calibri" panose="020F0502020204030204" pitchFamily="34" charset="0"/>
                <a:cs typeface="Times New Roman" pitchFamily="18" charset="0"/>
              </a:rPr>
              <a:t>T</a:t>
            </a:r>
            <a:r>
              <a:rPr lang="en-IN" sz="1800" dirty="0" smtClean="0">
                <a:latin typeface="Times New Roman" pitchFamily="18" charset="0"/>
                <a:ea typeface="Calibri" panose="020F0502020204030204" pitchFamily="34" charset="0"/>
                <a:cs typeface="Times New Roman" pitchFamily="18" charset="0"/>
              </a:rPr>
              <a:t>P</a:t>
            </a:r>
            <a:r>
              <a:rPr lang="en-IN" sz="1800" spc="-5" dirty="0" smtClean="0">
                <a:latin typeface="Times New Roman" pitchFamily="18" charset="0"/>
                <a:ea typeface="Calibri" panose="020F0502020204030204" pitchFamily="34" charset="0"/>
                <a:cs typeface="Times New Roman" pitchFamily="18" charset="0"/>
              </a:rPr>
              <a:t>ROJ</a:t>
            </a:r>
            <a:r>
              <a:rPr lang="en-IN" sz="1800" dirty="0" smtClean="0">
                <a:latin typeface="Times New Roman" pitchFamily="18" charset="0"/>
                <a:ea typeface="Calibri" panose="020F0502020204030204" pitchFamily="34" charset="0"/>
                <a:cs typeface="Times New Roman" pitchFamily="18" charset="0"/>
              </a:rPr>
              <a:t>ECT</a:t>
            </a:r>
            <a:r>
              <a:rPr lang="en-IN" sz="1800" spc="25" dirty="0" smtClean="0">
                <a:latin typeface="Times New Roman" pitchFamily="18" charset="0"/>
                <a:ea typeface="Calibri" panose="020F0502020204030204" pitchFamily="34" charset="0"/>
                <a:cs typeface="Times New Roman" pitchFamily="18" charset="0"/>
              </a:rPr>
              <a:t> </a:t>
            </a:r>
            <a:r>
              <a:rPr lang="en-IN" sz="1800" spc="-5" dirty="0" err="1" smtClean="0">
                <a:latin typeface="Times New Roman" pitchFamily="18" charset="0"/>
                <a:ea typeface="Calibri" panose="020F0502020204030204" pitchFamily="34" charset="0"/>
                <a:cs typeface="Times New Roman" pitchFamily="18" charset="0"/>
              </a:rPr>
              <a:t>p</a:t>
            </a:r>
            <a:r>
              <a:rPr lang="en-IN" sz="1800" spc="-25" dirty="0" err="1" smtClean="0">
                <a:latin typeface="Times New Roman" pitchFamily="18" charset="0"/>
                <a:ea typeface="Calibri" panose="020F0502020204030204" pitchFamily="34" charset="0"/>
                <a:cs typeface="Times New Roman" pitchFamily="18" charset="0"/>
              </a:rPr>
              <a:t>r</a:t>
            </a:r>
            <a:r>
              <a:rPr lang="en-IN" sz="1800" spc="-5" dirty="0" err="1" smtClean="0">
                <a:latin typeface="Times New Roman" pitchFamily="18" charset="0"/>
                <a:ea typeface="Calibri" panose="020F0502020204030204" pitchFamily="34" charset="0"/>
                <a:cs typeface="Times New Roman" pitchFamily="18" charset="0"/>
              </a:rPr>
              <a:t>oj</a:t>
            </a:r>
            <a:r>
              <a:rPr lang="en-IN" sz="1800" dirty="0" err="1" smtClean="0">
                <a:latin typeface="Times New Roman" pitchFamily="18" charset="0"/>
                <a:ea typeface="Calibri" panose="020F0502020204030204" pitchFamily="34" charset="0"/>
                <a:cs typeface="Times New Roman" pitchFamily="18" charset="0"/>
              </a:rPr>
              <a:t>e</a:t>
            </a:r>
            <a:r>
              <a:rPr lang="en-IN" sz="1800" spc="-5" dirty="0" err="1" smtClean="0">
                <a:latin typeface="Times New Roman" pitchFamily="18" charset="0"/>
                <a:ea typeface="Calibri" panose="020F0502020204030204" pitchFamily="34" charset="0"/>
                <a:cs typeface="Times New Roman" pitchFamily="18" charset="0"/>
              </a:rPr>
              <a:t>ctn</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me</a:t>
            </a:r>
            <a:r>
              <a:rPr lang="en-IN" sz="1800" spc="-5" dirty="0" smtClean="0">
                <a:latin typeface="Times New Roman" pitchFamily="18" charset="0"/>
                <a:ea typeface="Calibri" panose="020F050202020403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E</a:t>
            </a:r>
            <a:r>
              <a:rPr lang="en-US" sz="1800" spc="-5" dirty="0" smtClean="0">
                <a:latin typeface="Times New Roman" pitchFamily="18" charset="0"/>
                <a:ea typeface="Trebuchet MS" panose="020B0603020202020204" pitchFamily="34" charset="0"/>
                <a:cs typeface="Times New Roman" pitchFamily="18" charset="0"/>
              </a:rPr>
              <a:t>x: </a:t>
            </a:r>
            <a:r>
              <a:rPr lang="en-US" sz="1800" spc="-5" dirty="0" err="1" smtClean="0">
                <a:latin typeface="Times New Roman" pitchFamily="18" charset="0"/>
                <a:ea typeface="Trebuchet MS" panose="020B0603020202020204" pitchFamily="34" charset="0"/>
                <a:cs typeface="Times New Roman" pitchFamily="18" charset="0"/>
              </a:rPr>
              <a:t>django</a:t>
            </a:r>
            <a:r>
              <a:rPr lang="en-US" sz="1800" spc="-25" dirty="0" smtClean="0">
                <a:latin typeface="Times New Roman" pitchFamily="18" charset="0"/>
                <a:ea typeface="Trebuchet MS" panose="020B0603020202020204" pitchFamily="34" charset="0"/>
                <a:cs typeface="Times New Roman" pitchFamily="18" charset="0"/>
              </a:rPr>
              <a:t>-</a:t>
            </a:r>
            <a:r>
              <a:rPr lang="en-US" sz="1800" spc="-5" dirty="0" smtClean="0">
                <a:latin typeface="Times New Roman" pitchFamily="18" charset="0"/>
                <a:ea typeface="Trebuchet MS" panose="020B0603020202020204" pitchFamily="34" charset="0"/>
                <a:cs typeface="Times New Roman" pitchFamily="18" charset="0"/>
              </a:rPr>
              <a:t>ad</a:t>
            </a:r>
            <a:r>
              <a:rPr lang="en-US" sz="1800" dirty="0" smtClean="0">
                <a:latin typeface="Times New Roman" pitchFamily="18" charset="0"/>
                <a:ea typeface="Trebuchet MS" panose="020B0603020202020204" pitchFamily="34" charset="0"/>
                <a:cs typeface="Times New Roman" pitchFamily="18" charset="0"/>
              </a:rPr>
              <a:t>m</a:t>
            </a:r>
            <a:r>
              <a:rPr lang="en-US" sz="1800" spc="-5" dirty="0" smtClean="0">
                <a:latin typeface="Times New Roman" pitchFamily="18" charset="0"/>
                <a:ea typeface="Trebuchet MS" panose="020B0603020202020204" pitchFamily="34" charset="0"/>
                <a:cs typeface="Times New Roman" pitchFamily="18" charset="0"/>
              </a:rPr>
              <a:t>i</a:t>
            </a:r>
            <a:r>
              <a:rPr lang="en-US" sz="1800" dirty="0" smtClean="0">
                <a:latin typeface="Times New Roman" pitchFamily="18" charset="0"/>
                <a:ea typeface="Trebuchet MS" panose="020B0603020202020204" pitchFamily="34" charset="0"/>
                <a:cs typeface="Times New Roman" pitchFamily="18" charset="0"/>
              </a:rPr>
              <a:t>n</a:t>
            </a:r>
            <a:r>
              <a:rPr lang="en-US" sz="1800" spc="20" dirty="0" smtClean="0">
                <a:latin typeface="Times New Roman" pitchFamily="18" charset="0"/>
                <a:ea typeface="Trebuchet MS" panose="020B0603020202020204" pitchFamily="34" charset="0"/>
                <a:cs typeface="Times New Roman" pitchFamily="18" charset="0"/>
              </a:rPr>
              <a:t> </a:t>
            </a:r>
            <a:r>
              <a:rPr lang="en-US" sz="1800" spc="-5" dirty="0" err="1" smtClean="0">
                <a:latin typeface="Times New Roman" pitchFamily="18" charset="0"/>
                <a:ea typeface="Trebuchet MS" panose="020B0603020202020204" pitchFamily="34" charset="0"/>
                <a:cs typeface="Times New Roman" pitchFamily="18" charset="0"/>
              </a:rPr>
              <a:t>s</a:t>
            </a:r>
            <a:r>
              <a:rPr lang="en-US" sz="1800" spc="-95" dirty="0" err="1" smtClean="0">
                <a:latin typeface="Times New Roman" pitchFamily="18" charset="0"/>
                <a:ea typeface="Trebuchet MS" panose="020B0603020202020204" pitchFamily="34" charset="0"/>
                <a:cs typeface="Times New Roman" pitchFamily="18" charset="0"/>
              </a:rPr>
              <a:t>t</a:t>
            </a:r>
            <a:r>
              <a:rPr lang="en-US" sz="1800" spc="-5" dirty="0" err="1" smtClean="0">
                <a:latin typeface="Times New Roman" pitchFamily="18" charset="0"/>
                <a:ea typeface="Trebuchet MS" panose="020B0603020202020204" pitchFamily="34" charset="0"/>
                <a:cs typeface="Times New Roman" pitchFamily="18" charset="0"/>
              </a:rPr>
              <a:t>a</a:t>
            </a:r>
            <a:r>
              <a:rPr lang="en-US" sz="1800" spc="-85" dirty="0" err="1" smtClean="0">
                <a:latin typeface="Times New Roman" pitchFamily="18" charset="0"/>
                <a:ea typeface="Trebuchet MS" panose="020B0603020202020204" pitchFamily="34" charset="0"/>
                <a:cs typeface="Times New Roman" pitchFamily="18" charset="0"/>
              </a:rPr>
              <a:t>r</a:t>
            </a:r>
            <a:r>
              <a:rPr lang="en-US" sz="1800" spc="-5" dirty="0" err="1" smtClean="0">
                <a:latin typeface="Times New Roman" pitchFamily="18" charset="0"/>
                <a:ea typeface="Trebuchet MS" panose="020B0603020202020204" pitchFamily="34" charset="0"/>
                <a:cs typeface="Times New Roman" pitchFamily="18" charset="0"/>
              </a:rPr>
              <a:t>t</a:t>
            </a:r>
            <a:r>
              <a:rPr lang="en-US" sz="1800" dirty="0" err="1" smtClean="0">
                <a:latin typeface="Times New Roman" pitchFamily="18" charset="0"/>
                <a:ea typeface="Trebuchet MS" panose="020B0603020202020204" pitchFamily="34" charset="0"/>
                <a:cs typeface="Times New Roman" pitchFamily="18" charset="0"/>
              </a:rPr>
              <a:t>p</a:t>
            </a:r>
            <a:r>
              <a:rPr lang="en-US" sz="1800" spc="-5" dirty="0" err="1" smtClean="0">
                <a:latin typeface="Times New Roman" pitchFamily="18" charset="0"/>
                <a:ea typeface="Trebuchet MS" panose="020B0603020202020204" pitchFamily="34" charset="0"/>
                <a:cs typeface="Times New Roman" pitchFamily="18" charset="0"/>
              </a:rPr>
              <a:t>r</a:t>
            </a:r>
            <a:r>
              <a:rPr lang="en-US" sz="1800" dirty="0" err="1" smtClean="0">
                <a:latin typeface="Times New Roman" pitchFamily="18" charset="0"/>
                <a:ea typeface="Trebuchet MS" panose="020B0603020202020204" pitchFamily="34" charset="0"/>
                <a:cs typeface="Times New Roman" pitchFamily="18" charset="0"/>
              </a:rPr>
              <a:t>o</a:t>
            </a:r>
            <a:r>
              <a:rPr lang="en-US" sz="1800" spc="-5" dirty="0" err="1" smtClean="0">
                <a:latin typeface="Times New Roman" pitchFamily="18" charset="0"/>
                <a:ea typeface="Trebuchet MS" panose="020B0603020202020204" pitchFamily="34" charset="0"/>
                <a:cs typeface="Times New Roman" pitchFamily="18" charset="0"/>
              </a:rPr>
              <a:t>j</a:t>
            </a:r>
            <a:r>
              <a:rPr lang="en-US" sz="1800" dirty="0" err="1" smtClean="0">
                <a:latin typeface="Times New Roman" pitchFamily="18" charset="0"/>
                <a:ea typeface="Trebuchet MS" panose="020B0603020202020204" pitchFamily="34" charset="0"/>
                <a:cs typeface="Times New Roman" pitchFamily="18" charset="0"/>
              </a:rPr>
              <a:t>ect</a:t>
            </a:r>
            <a:r>
              <a:rPr lang="en-US" sz="1800" spc="15" dirty="0" smtClean="0">
                <a:latin typeface="Times New Roman" pitchFamily="18" charset="0"/>
                <a:ea typeface="Trebuchet MS" panose="020B0603020202020204" pitchFamily="34" charset="0"/>
                <a:cs typeface="Times New Roman" pitchFamily="18" charset="0"/>
              </a:rPr>
              <a:t> </a:t>
            </a:r>
            <a:r>
              <a:rPr lang="en-US" sz="1800" spc="-5" dirty="0" err="1" smtClean="0">
                <a:latin typeface="Times New Roman" pitchFamily="18" charset="0"/>
                <a:ea typeface="Trebuchet MS" panose="020B0603020202020204" pitchFamily="34" charset="0"/>
                <a:cs typeface="Times New Roman" pitchFamily="18" charset="0"/>
              </a:rPr>
              <a:t>gecr</a:t>
            </a:r>
            <a:endParaRPr lang="en-IN" sz="1800" spc="-5" dirty="0" smtClean="0">
              <a:latin typeface="Times New Roman" pitchFamily="18" charset="0"/>
              <a:ea typeface="Calibri" panose="020F0502020204030204" pitchFamily="34" charset="0"/>
              <a:cs typeface="Times New Roman" pitchFamily="18" charset="0"/>
            </a:endParaRPr>
          </a:p>
          <a:p>
            <a:pPr>
              <a:lnSpc>
                <a:spcPct val="150000"/>
              </a:lnSpc>
              <a:buFont typeface="Wingdings" pitchFamily="2" charset="2"/>
              <a:buChar char="Ø"/>
            </a:pPr>
            <a:r>
              <a:rPr lang="en-IN" sz="1800" dirty="0" smtClean="0">
                <a:latin typeface="Times New Roman" pitchFamily="18" charset="0"/>
                <a:ea typeface="Calibri" panose="020F0502020204030204" pitchFamily="34" charset="0"/>
                <a:cs typeface="Times New Roman" pitchFamily="18" charset="0"/>
              </a:rPr>
              <a:t>PYTHON</a:t>
            </a:r>
            <a:r>
              <a:rPr lang="en-IN" sz="1800" spc="5" dirty="0" smtClean="0">
                <a:latin typeface="Times New Roman" pitchFamily="18" charset="0"/>
                <a:ea typeface="Calibri" panose="020F0502020204030204" pitchFamily="34" charset="0"/>
                <a:cs typeface="Times New Roman" pitchFamily="18" charset="0"/>
              </a:rPr>
              <a:t> </a:t>
            </a:r>
            <a:r>
              <a:rPr lang="en-IN" sz="1800" dirty="0" smtClean="0">
                <a:latin typeface="Times New Roman" pitchFamily="18" charset="0"/>
                <a:ea typeface="Calibri" panose="020F0502020204030204" pitchFamily="34" charset="0"/>
                <a:cs typeface="Times New Roman" pitchFamily="18" charset="0"/>
              </a:rPr>
              <a:t>MANAGE.py STARTAPP </a:t>
            </a:r>
            <a:r>
              <a:rPr lang="en-IN" sz="1800" dirty="0" err="1" smtClean="0">
                <a:latin typeface="Times New Roman" pitchFamily="18" charset="0"/>
                <a:ea typeface="Calibri" panose="020F0502020204030204" pitchFamily="34" charset="0"/>
                <a:cs typeface="Times New Roman" pitchFamily="18" charset="0"/>
              </a:rPr>
              <a:t>appname</a:t>
            </a:r>
            <a:r>
              <a:rPr lang="en-IN" sz="1800" dirty="0" smtClean="0">
                <a:latin typeface="Times New Roman" pitchFamily="18" charset="0"/>
                <a:ea typeface="Calibri" panose="020F0502020204030204" pitchFamily="34" charset="0"/>
                <a:cs typeface="Times New Roman" pitchFamily="18" charset="0"/>
              </a:rPr>
              <a:t> </a:t>
            </a:r>
            <a:r>
              <a:rPr lang="en-IN" sz="1800" dirty="0" err="1" smtClean="0">
                <a:latin typeface="Times New Roman" pitchFamily="18" charset="0"/>
                <a:ea typeface="Calibri" panose="020F0502020204030204" pitchFamily="34" charset="0"/>
                <a:cs typeface="Times New Roman" pitchFamily="18" charset="0"/>
              </a:rPr>
              <a:t>Ex:cd</a:t>
            </a:r>
            <a:r>
              <a:rPr lang="en-IN" sz="1800" dirty="0" smtClean="0">
                <a:latin typeface="Times New Roman" pitchFamily="18" charset="0"/>
                <a:ea typeface="Calibri" panose="020F0502020204030204" pitchFamily="34" charset="0"/>
                <a:cs typeface="Times New Roman" pitchFamily="18" charset="0"/>
              </a:rPr>
              <a:t> </a:t>
            </a:r>
            <a:r>
              <a:rPr lang="en-IN" sz="1800" dirty="0" err="1" smtClean="0">
                <a:latin typeface="Times New Roman" pitchFamily="18" charset="0"/>
                <a:ea typeface="Calibri" panose="020F0502020204030204" pitchFamily="34" charset="0"/>
                <a:cs typeface="Times New Roman" pitchFamily="18" charset="0"/>
              </a:rPr>
              <a:t>gecr</a:t>
            </a:r>
            <a:r>
              <a:rPr lang="en-IN" sz="1800" dirty="0" smtClean="0">
                <a:latin typeface="Times New Roman" pitchFamily="18" charset="0"/>
                <a:ea typeface="Calibri" panose="020F0502020204030204" pitchFamily="34" charset="0"/>
                <a:cs typeface="Times New Roman" pitchFamily="18" charset="0"/>
              </a:rPr>
              <a:t> Python manage.py </a:t>
            </a:r>
            <a:r>
              <a:rPr lang="en-IN" sz="1800" dirty="0" err="1" smtClean="0">
                <a:latin typeface="Times New Roman" pitchFamily="18" charset="0"/>
                <a:ea typeface="Calibri" panose="020F0502020204030204" pitchFamily="34" charset="0"/>
                <a:cs typeface="Times New Roman" pitchFamily="18" charset="0"/>
              </a:rPr>
              <a:t>startapp</a:t>
            </a:r>
            <a:r>
              <a:rPr lang="en-IN" sz="1800" dirty="0" smtClean="0">
                <a:latin typeface="Times New Roman" pitchFamily="18" charset="0"/>
                <a:ea typeface="Calibri" panose="020F0502020204030204" pitchFamily="34" charset="0"/>
                <a:cs typeface="Times New Roman" pitchFamily="18" charset="0"/>
              </a:rPr>
              <a:t> student</a:t>
            </a:r>
          </a:p>
          <a:p>
            <a:pPr>
              <a:lnSpc>
                <a:spcPct val="150000"/>
              </a:lnSpc>
              <a:buFont typeface="Wingdings" pitchFamily="2" charset="2"/>
              <a:buChar char="Ø"/>
            </a:pPr>
            <a:r>
              <a:rPr lang="en-US" sz="1800" dirty="0" smtClean="0">
                <a:latin typeface="Times New Roman" pitchFamily="18" charset="0"/>
                <a:ea typeface="Trebuchet MS" panose="020B0603020202020204" pitchFamily="34" charset="0"/>
                <a:cs typeface="Times New Roman" pitchFamily="18" charset="0"/>
              </a:rPr>
              <a:t>Go</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to</a:t>
            </a:r>
            <a:r>
              <a:rPr lang="en-US" sz="1800" spc="3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application</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folder</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open</a:t>
            </a:r>
            <a:r>
              <a:rPr lang="en-US" sz="1800" spc="5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apps.py</a:t>
            </a:r>
            <a:r>
              <a:rPr lang="en-US" sz="1800" spc="3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copy</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the</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class</a:t>
            </a:r>
            <a:r>
              <a:rPr lang="en-US" sz="1800" spc="4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name</a:t>
            </a:r>
            <a:r>
              <a:rPr lang="en-US" sz="1800" spc="3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and</a:t>
            </a:r>
            <a:r>
              <a:rPr lang="en-US" sz="1800" spc="5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paste</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it</a:t>
            </a:r>
            <a:r>
              <a:rPr lang="en-US" sz="1800" spc="5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in</a:t>
            </a:r>
            <a:r>
              <a:rPr lang="en-US" sz="1800" spc="-380" dirty="0" smtClean="0">
                <a:latin typeface="Times New Roman" pitchFamily="18" charset="0"/>
                <a:ea typeface="Trebuchet MS" panose="020B0603020202020204" pitchFamily="34" charset="0"/>
                <a:cs typeface="Times New Roman" pitchFamily="18" charset="0"/>
              </a:rPr>
              <a:t>      </a:t>
            </a:r>
            <a:r>
              <a:rPr lang="en-US" sz="1800" dirty="0" err="1" smtClean="0">
                <a:latin typeface="Times New Roman" pitchFamily="18" charset="0"/>
                <a:ea typeface="Trebuchet MS" panose="020B0603020202020204" pitchFamily="34" charset="0"/>
                <a:cs typeface="Times New Roman" pitchFamily="18" charset="0"/>
              </a:rPr>
              <a:t>serverfolder</a:t>
            </a:r>
            <a:r>
              <a:rPr lang="en-US" sz="1800" dirty="0" smtClean="0">
                <a:latin typeface="Times New Roman" pitchFamily="18" charset="0"/>
                <a:ea typeface="Trebuchet MS" panose="020B0603020202020204" pitchFamily="34" charset="0"/>
                <a:cs typeface="Times New Roman" pitchFamily="18" charset="0"/>
              </a:rPr>
              <a:t>-&gt;settings.py-</a:t>
            </a:r>
            <a:r>
              <a:rPr lang="en-IN" sz="1800" dirty="0" smtClean="0">
                <a:latin typeface="Times New Roman" pitchFamily="18" charset="0"/>
                <a:ea typeface="Calibri" panose="020F0502020204030204" pitchFamily="34" charset="0"/>
                <a:cs typeface="Times New Roman" pitchFamily="18" charset="0"/>
              </a:rPr>
              <a:t>&gt;</a:t>
            </a:r>
            <a:r>
              <a:rPr lang="en-IN" sz="1800" dirty="0" err="1" smtClean="0">
                <a:latin typeface="Times New Roman" pitchFamily="18" charset="0"/>
                <a:ea typeface="Calibri" panose="020F0502020204030204" pitchFamily="34" charset="0"/>
                <a:cs typeface="Times New Roman" pitchFamily="18" charset="0"/>
              </a:rPr>
              <a:t>installed_apps</a:t>
            </a:r>
            <a:r>
              <a:rPr lang="en-IN" sz="1800" dirty="0" smtClean="0">
                <a:latin typeface="Times New Roman" pitchFamily="18" charset="0"/>
                <a:ea typeface="Calibri" panose="020F0502020204030204" pitchFamily="34" charset="0"/>
                <a:cs typeface="Times New Roman" pitchFamily="18" charset="0"/>
              </a:rPr>
              <a:t>(</a:t>
            </a:r>
            <a:r>
              <a:rPr lang="en-IN" sz="1800" dirty="0" err="1" smtClean="0">
                <a:latin typeface="Times New Roman" pitchFamily="18" charset="0"/>
                <a:ea typeface="Calibri" panose="020F0502020204030204" pitchFamily="34" charset="0"/>
                <a:cs typeface="Times New Roman" pitchFamily="18" charset="0"/>
              </a:rPr>
              <a:t>applicationname.apps.classnameConfig</a:t>
            </a:r>
            <a:r>
              <a:rPr lang="en-IN" sz="1800" dirty="0" smtClean="0">
                <a:latin typeface="Times New Roman" pitchFamily="18" charset="0"/>
                <a:ea typeface="Calibri" panose="020F0502020204030204" pitchFamily="34" charset="0"/>
                <a:cs typeface="Times New Roman" pitchFamily="18" charset="0"/>
              </a:rPr>
              <a:t>) </a:t>
            </a:r>
          </a:p>
          <a:p>
            <a:pPr>
              <a:lnSpc>
                <a:spcPct val="150000"/>
              </a:lnSpc>
              <a:buFont typeface="Wingdings" pitchFamily="2" charset="2"/>
              <a:buChar char="Ø"/>
            </a:pPr>
            <a:r>
              <a:rPr lang="en-US" sz="1800" dirty="0" smtClean="0">
                <a:latin typeface="Times New Roman" pitchFamily="18" charset="0"/>
                <a:ea typeface="Trebuchet MS" panose="020B0603020202020204" pitchFamily="34" charset="0"/>
                <a:cs typeface="Times New Roman" pitchFamily="18" charset="0"/>
              </a:rPr>
              <a:t>Copy urls.py from server folder and paste in application folder.</a:t>
            </a:r>
            <a:endParaRPr lang="en-IN" sz="1800" dirty="0" smtClean="0">
              <a:latin typeface="Times New Roman" pitchFamily="18" charset="0"/>
              <a:ea typeface="Trebuchet MS" panose="020B0603020202020204" pitchFamily="34" charset="0"/>
              <a:cs typeface="Times New Roman" pitchFamily="18" charset="0"/>
            </a:endParaRPr>
          </a:p>
          <a:p>
            <a:pPr>
              <a:lnSpc>
                <a:spcPct val="150000"/>
              </a:lnSpc>
              <a:buFont typeface="Wingdings" pitchFamily="2" charset="2"/>
              <a:buChar char="Ø"/>
            </a:pPr>
            <a:r>
              <a:rPr lang="en-US" sz="1800" dirty="0" smtClean="0">
                <a:latin typeface="Times New Roman" pitchFamily="18" charset="0"/>
                <a:ea typeface="Trebuchet MS" panose="020B0603020202020204" pitchFamily="34" charset="0"/>
                <a:cs typeface="Times New Roman" pitchFamily="18" charset="0"/>
              </a:rPr>
              <a:t>In</a:t>
            </a:r>
            <a:r>
              <a:rPr lang="en-US" sz="1800" spc="-1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ursl.py</a:t>
            </a:r>
            <a:r>
              <a:rPr lang="en-US" sz="1800" spc="-2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import</a:t>
            </a:r>
            <a:r>
              <a:rPr lang="en-US" sz="1800" spc="-1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include</a:t>
            </a:r>
            <a:r>
              <a:rPr lang="en-US" sz="1800" spc="-1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method</a:t>
            </a:r>
            <a:r>
              <a:rPr lang="en-US" sz="1800" spc="-2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from</a:t>
            </a:r>
            <a:r>
              <a:rPr lang="en-US" sz="1800" spc="-5" dirty="0" smtClean="0">
                <a:latin typeface="Times New Roman" pitchFamily="18" charset="0"/>
                <a:ea typeface="Trebuchet MS" panose="020B0603020202020204" pitchFamily="34" charset="0"/>
                <a:cs typeface="Times New Roman" pitchFamily="18" charset="0"/>
              </a:rPr>
              <a:t> </a:t>
            </a:r>
            <a:r>
              <a:rPr lang="en-US" sz="1800" dirty="0" err="1" smtClean="0">
                <a:latin typeface="Times New Roman" pitchFamily="18" charset="0"/>
                <a:ea typeface="Trebuchet MS" panose="020B0603020202020204" pitchFamily="34" charset="0"/>
                <a:cs typeface="Times New Roman" pitchFamily="18" charset="0"/>
              </a:rPr>
              <a:t>urls</a:t>
            </a:r>
            <a:r>
              <a:rPr lang="en-US" sz="1800" dirty="0" smtClean="0">
                <a:latin typeface="Times New Roman" pitchFamily="18" charset="0"/>
                <a:ea typeface="Trebuchet MS" panose="020B0603020202020204" pitchFamily="34" charset="0"/>
                <a:cs typeface="Times New Roman" pitchFamily="18" charset="0"/>
              </a:rPr>
              <a:t>.</a:t>
            </a:r>
          </a:p>
          <a:p>
            <a:pPr>
              <a:lnSpc>
                <a:spcPct val="150000"/>
              </a:lnSpc>
              <a:buFont typeface="Wingdings" pitchFamily="2" charset="2"/>
              <a:buChar char="Ø"/>
            </a:pPr>
            <a:r>
              <a:rPr lang="en-IN" sz="1800" dirty="0" smtClean="0">
                <a:latin typeface="Times New Roman" pitchFamily="18" charset="0"/>
                <a:ea typeface="Calibri" panose="020F0502020204030204" pitchFamily="34" charset="0"/>
                <a:cs typeface="Times New Roman" pitchFamily="18" charset="0"/>
              </a:rPr>
              <a:t>Call urls.py(of application) in project urls.py                                                                                           </a:t>
            </a:r>
            <a:r>
              <a:rPr lang="en-IN" sz="1800" kern="100" spc="-5" dirty="0" smtClean="0">
                <a:latin typeface="Times New Roman" pitchFamily="18" charset="0"/>
                <a:ea typeface="Calibri" panose="020F0502020204030204" pitchFamily="34" charset="0"/>
                <a:cs typeface="Times New Roman" pitchFamily="18" charset="0"/>
              </a:rPr>
              <a:t>Synt</a:t>
            </a:r>
            <a:r>
              <a:rPr lang="en-IN" sz="1800" kern="100" dirty="0" smtClean="0">
                <a:latin typeface="Times New Roman" pitchFamily="18" charset="0"/>
                <a:ea typeface="Calibri" panose="020F0502020204030204" pitchFamily="34" charset="0"/>
                <a:cs typeface="Times New Roman" pitchFamily="18" charset="0"/>
              </a:rPr>
              <a:t>a</a:t>
            </a:r>
            <a:r>
              <a:rPr lang="en-IN" sz="1800" kern="100" spc="-5" dirty="0" smtClean="0">
                <a:latin typeface="Times New Roman" pitchFamily="18" charset="0"/>
                <a:ea typeface="Calibri" panose="020F0502020204030204" pitchFamily="34" charset="0"/>
                <a:cs typeface="Times New Roman" pitchFamily="18" charset="0"/>
              </a:rPr>
              <a:t>x</a:t>
            </a:r>
            <a:r>
              <a:rPr lang="en-IN" sz="1800" kern="100" dirty="0" smtClean="0">
                <a:latin typeface="Times New Roman" pitchFamily="18" charset="0"/>
                <a:ea typeface="Calibri" panose="020F0502020204030204" pitchFamily="34" charset="0"/>
                <a:cs typeface="Times New Roman" pitchFamily="18" charset="0"/>
              </a:rPr>
              <a:t>:</a:t>
            </a:r>
            <a:r>
              <a:rPr lang="en-IN" sz="1800" kern="100" spc="10" dirty="0" smtClean="0">
                <a:latin typeface="Times New Roman" pitchFamily="18" charset="0"/>
                <a:ea typeface="Calibri" panose="020F0502020204030204" pitchFamily="34" charset="0"/>
                <a:cs typeface="Times New Roman" pitchFamily="18" charset="0"/>
              </a:rPr>
              <a:t> </a:t>
            </a:r>
            <a:r>
              <a:rPr lang="en-IN" sz="1800" spc="-5" dirty="0" smtClean="0">
                <a:latin typeface="Times New Roman" pitchFamily="18" charset="0"/>
                <a:ea typeface="Calibri" panose="020F0502020204030204" pitchFamily="34" charset="0"/>
                <a:cs typeface="Times New Roman" pitchFamily="18" charset="0"/>
              </a:rPr>
              <a:t>p</a:t>
            </a:r>
            <a:r>
              <a:rPr lang="en-IN" sz="1800" dirty="0" smtClean="0">
                <a:latin typeface="Times New Roman" pitchFamily="18" charset="0"/>
                <a:ea typeface="Calibri" panose="020F0502020204030204" pitchFamily="34" charset="0"/>
                <a:cs typeface="Times New Roman" pitchFamily="18" charset="0"/>
              </a:rPr>
              <a:t>a</a:t>
            </a:r>
            <a:r>
              <a:rPr lang="en-IN" sz="1800" spc="-5" dirty="0" smtClean="0">
                <a:latin typeface="Times New Roman" pitchFamily="18" charset="0"/>
                <a:ea typeface="Calibri" panose="020F0502020204030204" pitchFamily="34" charset="0"/>
                <a:cs typeface="Times New Roman" pitchFamily="18" charset="0"/>
              </a:rPr>
              <a:t>th</a:t>
            </a:r>
            <a:r>
              <a:rPr lang="en-IN" sz="1800"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a:t>
            </a:r>
            <a:r>
              <a:rPr lang="en-IN" sz="1800" spc="-15" dirty="0" smtClean="0">
                <a:latin typeface="Times New Roman" pitchFamily="18" charset="0"/>
                <a:ea typeface="Calibri" panose="020F0502020204030204" pitchFamily="34" charset="0"/>
                <a:cs typeface="Times New Roman" pitchFamily="18" charset="0"/>
              </a:rPr>
              <a:t>n</a:t>
            </a:r>
            <a:r>
              <a:rPr lang="en-IN" sz="1800" dirty="0" smtClean="0">
                <a:latin typeface="Times New Roman" pitchFamily="18" charset="0"/>
                <a:ea typeface="Calibri" panose="020F0502020204030204" pitchFamily="34" charset="0"/>
                <a:cs typeface="Times New Roman" pitchFamily="18" charset="0"/>
              </a:rPr>
              <a:t>a</a:t>
            </a:r>
            <a:r>
              <a:rPr lang="en-IN" sz="1800" spc="-5" dirty="0" smtClean="0">
                <a:latin typeface="Times New Roman" pitchFamily="18" charset="0"/>
                <a:ea typeface="Calibri" panose="020F0502020204030204" pitchFamily="34" charset="0"/>
                <a:cs typeface="Times New Roman" pitchFamily="18" charset="0"/>
              </a:rPr>
              <a:t>m</a:t>
            </a:r>
            <a:r>
              <a:rPr lang="en-IN" sz="1800" dirty="0" smtClean="0">
                <a:latin typeface="Times New Roman" pitchFamily="18" charset="0"/>
                <a:ea typeface="Calibri" panose="020F0502020204030204" pitchFamily="34" charset="0"/>
                <a:cs typeface="Times New Roman" pitchFamily="18" charset="0"/>
              </a:rPr>
              <a:t>e</a:t>
            </a:r>
            <a:r>
              <a:rPr lang="en-IN" sz="1800" spc="-5"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includ</a:t>
            </a:r>
            <a:r>
              <a:rPr lang="en-IN" sz="1800" dirty="0" smtClean="0">
                <a:latin typeface="Times New Roman" pitchFamily="18" charset="0"/>
                <a:ea typeface="Calibri" panose="020F0502020204030204" pitchFamily="34" charset="0"/>
                <a:cs typeface="Times New Roman" pitchFamily="18" charset="0"/>
              </a:rPr>
              <a:t>e(</a:t>
            </a:r>
            <a:r>
              <a:rPr lang="en-IN" sz="1800" spc="-5" dirty="0" smtClean="0">
                <a:latin typeface="Times New Roman" pitchFamily="18" charset="0"/>
                <a:ea typeface="Calibri" panose="020F0502020204030204" pitchFamily="34" charset="0"/>
                <a:cs typeface="Times New Roman" pitchFamily="18" charset="0"/>
              </a:rPr>
              <a:t>'</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pplic</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t</a:t>
            </a:r>
            <a:r>
              <a:rPr lang="en-IN" sz="1800" spc="5" dirty="0" err="1" smtClean="0">
                <a:latin typeface="Times New Roman" pitchFamily="18" charset="0"/>
                <a:ea typeface="Calibri" panose="020F0502020204030204" pitchFamily="34" charset="0"/>
                <a:cs typeface="Times New Roman" pitchFamily="18" charset="0"/>
              </a:rPr>
              <a:t>i</a:t>
            </a:r>
            <a:r>
              <a:rPr lang="en-IN" sz="1800" spc="-5" dirty="0" err="1" smtClean="0">
                <a:latin typeface="Times New Roman" pitchFamily="18" charset="0"/>
                <a:ea typeface="Calibri" panose="020F0502020204030204" pitchFamily="34" charset="0"/>
                <a:cs typeface="Times New Roman" pitchFamily="18" charset="0"/>
              </a:rPr>
              <a:t>onn</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m</a:t>
            </a:r>
            <a:r>
              <a:rPr lang="en-IN" sz="1800" dirty="0" err="1" smtClean="0">
                <a:latin typeface="Times New Roman" pitchFamily="18" charset="0"/>
                <a:ea typeface="Calibri" panose="020F0502020204030204" pitchFamily="34" charset="0"/>
                <a:cs typeface="Times New Roman" pitchFamily="18" charset="0"/>
              </a:rPr>
              <a:t>e</a:t>
            </a:r>
            <a:r>
              <a:rPr lang="en-IN" sz="1800" spc="-5" dirty="0" err="1" smtClean="0">
                <a:latin typeface="Times New Roman" pitchFamily="18" charset="0"/>
                <a:ea typeface="Calibri" panose="020F0502020204030204" pitchFamily="34" charset="0"/>
                <a:cs typeface="Times New Roman" pitchFamily="18" charset="0"/>
              </a:rPr>
              <a:t>.url</a:t>
            </a:r>
            <a:r>
              <a:rPr lang="en-IN" sz="1800" dirty="0" err="1" smtClean="0">
                <a:latin typeface="Times New Roman" pitchFamily="18" charset="0"/>
                <a:ea typeface="Calibri" panose="020F0502020204030204" pitchFamily="34" charset="0"/>
                <a:cs typeface="Times New Roman" pitchFamily="18" charset="0"/>
              </a:rPr>
              <a:t>s</a:t>
            </a:r>
            <a:endParaRPr lang="en-US" sz="1800" dirty="0">
              <a:latin typeface="Times New Roman" pitchFamily="18" charset="0"/>
              <a:cs typeface="Times New Roman" pitchFamily="18" charset="0"/>
            </a:endParaRPr>
          </a:p>
        </p:txBody>
      </p:sp>
    </p:spTree>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3"/>
        <p:cNvGrpSpPr/>
        <p:nvPr/>
      </p:nvGrpSpPr>
      <p:grpSpPr>
        <a:xfrm>
          <a:off x="0" y="0"/>
          <a:ext cx="0" cy="0"/>
          <a:chOff x="0" y="0"/>
          <a:chExt cx="0" cy="0"/>
        </a:xfrm>
      </p:grpSpPr>
      <p:sp>
        <p:nvSpPr>
          <p:cNvPr id="2" name="TextBox 1"/>
          <p:cNvSpPr txBox="1"/>
          <p:nvPr/>
        </p:nvSpPr>
        <p:spPr>
          <a:xfrm>
            <a:off x="323528" y="123478"/>
            <a:ext cx="8352928" cy="4197239"/>
          </a:xfrm>
          <a:prstGeom prst="rect">
            <a:avLst/>
          </a:prstGeom>
          <a:noFill/>
        </p:spPr>
        <p:txBody>
          <a:bodyPr wrap="square" rtlCol="0">
            <a:spAutoFit/>
          </a:bodyPr>
          <a:lstStyle/>
          <a:p>
            <a:pPr>
              <a:lnSpc>
                <a:spcPct val="150000"/>
              </a:lnSpc>
              <a:buFont typeface="Wingdings" pitchFamily="2" charset="2"/>
              <a:buChar char="Ø"/>
            </a:pPr>
            <a:r>
              <a:rPr lang="en-IN" sz="1800" spc="-5" dirty="0" smtClean="0">
                <a:latin typeface="Times New Roman" pitchFamily="18" charset="0"/>
                <a:ea typeface="Calibri" panose="020F0502020204030204" pitchFamily="34" charset="0"/>
                <a:cs typeface="Times New Roman" pitchFamily="18" charset="0"/>
              </a:rPr>
              <a:t>DJA</a:t>
            </a:r>
            <a:r>
              <a:rPr lang="en-IN" sz="1800" dirty="0" smtClean="0">
                <a:latin typeface="Times New Roman" pitchFamily="18" charset="0"/>
                <a:ea typeface="Calibri" panose="020F0502020204030204" pitchFamily="34" charset="0"/>
                <a:cs typeface="Times New Roman" pitchFamily="18" charset="0"/>
              </a:rPr>
              <a:t>N</a:t>
            </a:r>
            <a:r>
              <a:rPr lang="en-IN" sz="1800" spc="-5" dirty="0" smtClean="0">
                <a:latin typeface="Times New Roman" pitchFamily="18" charset="0"/>
                <a:ea typeface="Calibri" panose="020F0502020204030204" pitchFamily="34" charset="0"/>
                <a:cs typeface="Times New Roman" pitchFamily="18" charset="0"/>
              </a:rPr>
              <a:t>G</a:t>
            </a:r>
            <a:r>
              <a:rPr lang="en-IN" sz="1800" spc="30" dirty="0" smtClean="0">
                <a:latin typeface="Times New Roman" pitchFamily="18" charset="0"/>
                <a:ea typeface="Calibri" panose="020F0502020204030204" pitchFamily="34" charset="0"/>
                <a:cs typeface="Times New Roman" pitchFamily="18" charset="0"/>
              </a:rPr>
              <a:t>O</a:t>
            </a:r>
            <a:r>
              <a:rPr lang="en-IN" sz="1800" spc="-25"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AD</a:t>
            </a:r>
            <a:r>
              <a:rPr lang="en-IN" sz="1800" dirty="0" smtClean="0">
                <a:latin typeface="Times New Roman" pitchFamily="18" charset="0"/>
                <a:ea typeface="Calibri" panose="020F0502020204030204" pitchFamily="34" charset="0"/>
                <a:cs typeface="Times New Roman" pitchFamily="18" charset="0"/>
              </a:rPr>
              <a:t>M</a:t>
            </a:r>
            <a:r>
              <a:rPr lang="en-IN" sz="1800" spc="-5" dirty="0" smtClean="0">
                <a:latin typeface="Times New Roman" pitchFamily="18" charset="0"/>
                <a:ea typeface="Calibri" panose="020F0502020204030204" pitchFamily="34" charset="0"/>
                <a:cs typeface="Times New Roman" pitchFamily="18" charset="0"/>
              </a:rPr>
              <a:t>I</a:t>
            </a:r>
            <a:r>
              <a:rPr lang="en-IN" sz="1800" dirty="0" smtClean="0">
                <a:latin typeface="Times New Roman" pitchFamily="18" charset="0"/>
                <a:ea typeface="Calibri" panose="020F0502020204030204" pitchFamily="34" charset="0"/>
                <a:cs typeface="Times New Roman" pitchFamily="18" charset="0"/>
              </a:rPr>
              <a:t>N</a:t>
            </a:r>
            <a:r>
              <a:rPr lang="en-IN" sz="1800" spc="20" dirty="0" smtClean="0">
                <a:latin typeface="Times New Roman" pitchFamily="18" charset="0"/>
                <a:ea typeface="Calibri" panose="020F0502020204030204" pitchFamily="34" charset="0"/>
                <a:cs typeface="Times New Roman" pitchFamily="18" charset="0"/>
              </a:rPr>
              <a:t> </a:t>
            </a:r>
            <a:r>
              <a:rPr lang="en-IN" sz="1800" spc="-5" dirty="0" smtClean="0">
                <a:latin typeface="Times New Roman" pitchFamily="18" charset="0"/>
                <a:ea typeface="Calibri" panose="020F0502020204030204" pitchFamily="34" charset="0"/>
                <a:cs typeface="Times New Roman" pitchFamily="18" charset="0"/>
              </a:rPr>
              <a:t>S</a:t>
            </a:r>
            <a:r>
              <a:rPr lang="en-IN" sz="1800" spc="-95" dirty="0" smtClean="0">
                <a:latin typeface="Times New Roman" pitchFamily="18" charset="0"/>
                <a:ea typeface="Calibri" panose="020F0502020204030204" pitchFamily="34" charset="0"/>
                <a:cs typeface="Times New Roman" pitchFamily="18" charset="0"/>
              </a:rPr>
              <a:t>T</a:t>
            </a:r>
            <a:r>
              <a:rPr lang="en-IN" sz="1800" spc="-5" dirty="0" smtClean="0">
                <a:latin typeface="Times New Roman" pitchFamily="18" charset="0"/>
                <a:ea typeface="Calibri" panose="020F0502020204030204" pitchFamily="34" charset="0"/>
                <a:cs typeface="Times New Roman" pitchFamily="18" charset="0"/>
              </a:rPr>
              <a:t>A</a:t>
            </a:r>
            <a:r>
              <a:rPr lang="en-IN" sz="1800" spc="-85" dirty="0" smtClean="0">
                <a:latin typeface="Times New Roman" pitchFamily="18" charset="0"/>
                <a:ea typeface="Calibri" panose="020F0502020204030204" pitchFamily="34" charset="0"/>
                <a:cs typeface="Times New Roman" pitchFamily="18" charset="0"/>
              </a:rPr>
              <a:t>R</a:t>
            </a:r>
            <a:r>
              <a:rPr lang="en-IN" sz="1800" spc="-5" dirty="0" smtClean="0">
                <a:latin typeface="Times New Roman" pitchFamily="18" charset="0"/>
                <a:ea typeface="Calibri" panose="020F0502020204030204" pitchFamily="34" charset="0"/>
                <a:cs typeface="Times New Roman" pitchFamily="18" charset="0"/>
              </a:rPr>
              <a:t>T</a:t>
            </a:r>
            <a:r>
              <a:rPr lang="en-IN" sz="1800" dirty="0" smtClean="0">
                <a:latin typeface="Times New Roman" pitchFamily="18" charset="0"/>
                <a:ea typeface="Calibri" panose="020F0502020204030204" pitchFamily="34" charset="0"/>
                <a:cs typeface="Times New Roman" pitchFamily="18" charset="0"/>
              </a:rPr>
              <a:t>P</a:t>
            </a:r>
            <a:r>
              <a:rPr lang="en-IN" sz="1800" spc="-5" dirty="0" smtClean="0">
                <a:latin typeface="Times New Roman" pitchFamily="18" charset="0"/>
                <a:ea typeface="Calibri" panose="020F0502020204030204" pitchFamily="34" charset="0"/>
                <a:cs typeface="Times New Roman" pitchFamily="18" charset="0"/>
              </a:rPr>
              <a:t>ROJ</a:t>
            </a:r>
            <a:r>
              <a:rPr lang="en-IN" sz="1800" dirty="0" smtClean="0">
                <a:latin typeface="Times New Roman" pitchFamily="18" charset="0"/>
                <a:ea typeface="Calibri" panose="020F0502020204030204" pitchFamily="34" charset="0"/>
                <a:cs typeface="Times New Roman" pitchFamily="18" charset="0"/>
              </a:rPr>
              <a:t>ECT</a:t>
            </a:r>
            <a:r>
              <a:rPr lang="en-IN" sz="1800" spc="25" dirty="0" smtClean="0">
                <a:latin typeface="Times New Roman" pitchFamily="18" charset="0"/>
                <a:ea typeface="Calibri" panose="020F0502020204030204" pitchFamily="34" charset="0"/>
                <a:cs typeface="Times New Roman" pitchFamily="18" charset="0"/>
              </a:rPr>
              <a:t> </a:t>
            </a:r>
            <a:r>
              <a:rPr lang="en-IN" sz="1800" spc="-5" dirty="0" err="1" smtClean="0">
                <a:latin typeface="Times New Roman" pitchFamily="18" charset="0"/>
                <a:ea typeface="Calibri" panose="020F0502020204030204" pitchFamily="34" charset="0"/>
                <a:cs typeface="Times New Roman" pitchFamily="18" charset="0"/>
              </a:rPr>
              <a:t>p</a:t>
            </a:r>
            <a:r>
              <a:rPr lang="en-IN" sz="1800" spc="-25" dirty="0" err="1" smtClean="0">
                <a:latin typeface="Times New Roman" pitchFamily="18" charset="0"/>
                <a:ea typeface="Calibri" panose="020F0502020204030204" pitchFamily="34" charset="0"/>
                <a:cs typeface="Times New Roman" pitchFamily="18" charset="0"/>
              </a:rPr>
              <a:t>r</a:t>
            </a:r>
            <a:r>
              <a:rPr lang="en-IN" sz="1800" spc="-5" dirty="0" err="1" smtClean="0">
                <a:latin typeface="Times New Roman" pitchFamily="18" charset="0"/>
                <a:ea typeface="Calibri" panose="020F0502020204030204" pitchFamily="34" charset="0"/>
                <a:cs typeface="Times New Roman" pitchFamily="18" charset="0"/>
              </a:rPr>
              <a:t>oj</a:t>
            </a:r>
            <a:r>
              <a:rPr lang="en-IN" sz="1800" dirty="0" err="1" smtClean="0">
                <a:latin typeface="Times New Roman" pitchFamily="18" charset="0"/>
                <a:ea typeface="Calibri" panose="020F0502020204030204" pitchFamily="34" charset="0"/>
                <a:cs typeface="Times New Roman" pitchFamily="18" charset="0"/>
              </a:rPr>
              <a:t>e</a:t>
            </a:r>
            <a:r>
              <a:rPr lang="en-IN" sz="1800" spc="-5" dirty="0" err="1" smtClean="0">
                <a:latin typeface="Times New Roman" pitchFamily="18" charset="0"/>
                <a:ea typeface="Calibri" panose="020F0502020204030204" pitchFamily="34" charset="0"/>
                <a:cs typeface="Times New Roman" pitchFamily="18" charset="0"/>
              </a:rPr>
              <a:t>ctn</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me</a:t>
            </a:r>
            <a:r>
              <a:rPr lang="en-IN" sz="1800" spc="-5" dirty="0" smtClean="0">
                <a:latin typeface="Times New Roman" pitchFamily="18" charset="0"/>
                <a:ea typeface="Calibri" panose="020F050202020403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E</a:t>
            </a:r>
            <a:r>
              <a:rPr lang="en-US" sz="1800" spc="-5" dirty="0" smtClean="0">
                <a:latin typeface="Times New Roman" pitchFamily="18" charset="0"/>
                <a:ea typeface="Trebuchet MS" panose="020B0603020202020204" pitchFamily="34" charset="0"/>
                <a:cs typeface="Times New Roman" pitchFamily="18" charset="0"/>
              </a:rPr>
              <a:t>x: DJANGO</a:t>
            </a:r>
            <a:r>
              <a:rPr lang="en-US" sz="1800" spc="-25" dirty="0" smtClean="0">
                <a:latin typeface="Times New Roman" pitchFamily="18" charset="0"/>
                <a:ea typeface="Trebuchet MS" panose="020B0603020202020204" pitchFamily="34" charset="0"/>
                <a:cs typeface="Times New Roman" pitchFamily="18" charset="0"/>
              </a:rPr>
              <a:t>-</a:t>
            </a:r>
            <a:r>
              <a:rPr lang="en-US" sz="1800" spc="-5" dirty="0" smtClean="0">
                <a:latin typeface="Times New Roman" pitchFamily="18" charset="0"/>
                <a:ea typeface="Trebuchet MS" panose="020B0603020202020204" pitchFamily="34" charset="0"/>
                <a:cs typeface="Times New Roman" pitchFamily="18" charset="0"/>
              </a:rPr>
              <a:t>AD</a:t>
            </a:r>
            <a:r>
              <a:rPr lang="en-US" sz="1800" dirty="0" smtClean="0">
                <a:latin typeface="Times New Roman" pitchFamily="18" charset="0"/>
                <a:ea typeface="Trebuchet MS" panose="020B0603020202020204" pitchFamily="34" charset="0"/>
                <a:cs typeface="Times New Roman" pitchFamily="18" charset="0"/>
              </a:rPr>
              <a:t>M</a:t>
            </a:r>
            <a:r>
              <a:rPr lang="en-US" sz="1800" spc="-5" dirty="0" smtClean="0">
                <a:latin typeface="Times New Roman" pitchFamily="18" charset="0"/>
                <a:ea typeface="Trebuchet MS" panose="020B0603020202020204" pitchFamily="34" charset="0"/>
                <a:cs typeface="Times New Roman" pitchFamily="18" charset="0"/>
              </a:rPr>
              <a:t>I</a:t>
            </a:r>
            <a:r>
              <a:rPr lang="en-US" sz="1800" dirty="0" smtClean="0">
                <a:latin typeface="Times New Roman" pitchFamily="18" charset="0"/>
                <a:ea typeface="Trebuchet MS" panose="020B0603020202020204" pitchFamily="34" charset="0"/>
                <a:cs typeface="Times New Roman" pitchFamily="18" charset="0"/>
              </a:rPr>
              <a:t>N</a:t>
            </a:r>
            <a:r>
              <a:rPr lang="en-US" sz="1800" spc="20" dirty="0" smtClean="0">
                <a:latin typeface="Times New Roman" pitchFamily="18" charset="0"/>
                <a:ea typeface="Trebuchet MS" panose="020B0603020202020204" pitchFamily="34" charset="0"/>
                <a:cs typeface="Times New Roman" pitchFamily="18" charset="0"/>
              </a:rPr>
              <a:t> </a:t>
            </a:r>
            <a:r>
              <a:rPr lang="en-US" sz="1800" spc="-5" dirty="0" smtClean="0">
                <a:latin typeface="Times New Roman" pitchFamily="18" charset="0"/>
                <a:ea typeface="Trebuchet MS" panose="020B0603020202020204" pitchFamily="34" charset="0"/>
                <a:cs typeface="Times New Roman" pitchFamily="18" charset="0"/>
              </a:rPr>
              <a:t>S</a:t>
            </a:r>
            <a:r>
              <a:rPr lang="en-US" sz="1800" spc="-95" dirty="0" smtClean="0">
                <a:latin typeface="Times New Roman" pitchFamily="18" charset="0"/>
                <a:ea typeface="Trebuchet MS" panose="020B0603020202020204" pitchFamily="34" charset="0"/>
                <a:cs typeface="Times New Roman" pitchFamily="18" charset="0"/>
              </a:rPr>
              <a:t>T</a:t>
            </a:r>
            <a:r>
              <a:rPr lang="en-US" sz="1800" spc="-5" dirty="0" smtClean="0">
                <a:latin typeface="Times New Roman" pitchFamily="18" charset="0"/>
                <a:ea typeface="Trebuchet MS" panose="020B0603020202020204" pitchFamily="34" charset="0"/>
                <a:cs typeface="Times New Roman" pitchFamily="18" charset="0"/>
              </a:rPr>
              <a:t>A</a:t>
            </a:r>
            <a:r>
              <a:rPr lang="en-US" sz="1800" spc="-85" dirty="0" smtClean="0">
                <a:latin typeface="Times New Roman" pitchFamily="18" charset="0"/>
                <a:ea typeface="Trebuchet MS" panose="020B0603020202020204" pitchFamily="34" charset="0"/>
                <a:cs typeface="Times New Roman" pitchFamily="18" charset="0"/>
              </a:rPr>
              <a:t>R</a:t>
            </a:r>
            <a:r>
              <a:rPr lang="en-US" sz="1800" spc="-5" dirty="0" smtClean="0">
                <a:latin typeface="Times New Roman" pitchFamily="18" charset="0"/>
                <a:ea typeface="Trebuchet MS" panose="020B0603020202020204" pitchFamily="34" charset="0"/>
                <a:cs typeface="Times New Roman" pitchFamily="18" charset="0"/>
              </a:rPr>
              <a:t>T</a:t>
            </a:r>
            <a:r>
              <a:rPr lang="en-US" sz="1800" dirty="0" smtClean="0">
                <a:latin typeface="Times New Roman" pitchFamily="18" charset="0"/>
                <a:ea typeface="Trebuchet MS" panose="020B0603020202020204" pitchFamily="34" charset="0"/>
                <a:cs typeface="Times New Roman" pitchFamily="18" charset="0"/>
              </a:rPr>
              <a:t>P</a:t>
            </a:r>
            <a:r>
              <a:rPr lang="en-US" sz="1800" spc="-5" dirty="0" smtClean="0">
                <a:latin typeface="Times New Roman" pitchFamily="18" charset="0"/>
                <a:ea typeface="Trebuchet MS" panose="020B0603020202020204" pitchFamily="34" charset="0"/>
                <a:cs typeface="Times New Roman" pitchFamily="18" charset="0"/>
              </a:rPr>
              <a:t>R</a:t>
            </a:r>
            <a:r>
              <a:rPr lang="en-US" sz="1800" dirty="0" smtClean="0">
                <a:latin typeface="Times New Roman" pitchFamily="18" charset="0"/>
                <a:ea typeface="Trebuchet MS" panose="020B0603020202020204" pitchFamily="34" charset="0"/>
                <a:cs typeface="Times New Roman" pitchFamily="18" charset="0"/>
              </a:rPr>
              <a:t>O</a:t>
            </a:r>
            <a:r>
              <a:rPr lang="en-US" sz="1800" spc="-5" dirty="0" smtClean="0">
                <a:latin typeface="Times New Roman" pitchFamily="18" charset="0"/>
                <a:ea typeface="Trebuchet MS" panose="020B0603020202020204" pitchFamily="34" charset="0"/>
                <a:cs typeface="Times New Roman" pitchFamily="18" charset="0"/>
              </a:rPr>
              <a:t>J</a:t>
            </a:r>
            <a:r>
              <a:rPr lang="en-US" sz="1800" dirty="0" smtClean="0">
                <a:latin typeface="Times New Roman" pitchFamily="18" charset="0"/>
                <a:ea typeface="Trebuchet MS" panose="020B0603020202020204" pitchFamily="34" charset="0"/>
                <a:cs typeface="Times New Roman" pitchFamily="18" charset="0"/>
              </a:rPr>
              <a:t>ECT</a:t>
            </a:r>
            <a:r>
              <a:rPr lang="en-US" sz="1800" spc="15" dirty="0" smtClean="0">
                <a:latin typeface="Times New Roman" pitchFamily="18" charset="0"/>
                <a:ea typeface="Trebuchet MS" panose="020B0603020202020204" pitchFamily="34" charset="0"/>
                <a:cs typeface="Times New Roman" pitchFamily="18" charset="0"/>
              </a:rPr>
              <a:t> </a:t>
            </a:r>
            <a:r>
              <a:rPr lang="en-US" sz="1800" spc="-5" dirty="0" err="1" smtClean="0">
                <a:latin typeface="Times New Roman" pitchFamily="18" charset="0"/>
                <a:ea typeface="Trebuchet MS" panose="020B0603020202020204" pitchFamily="34" charset="0"/>
                <a:cs typeface="Times New Roman" pitchFamily="18" charset="0"/>
              </a:rPr>
              <a:t>gecr</a:t>
            </a:r>
            <a:endParaRPr lang="en-IN" sz="1800" spc="-5" dirty="0" smtClean="0">
              <a:latin typeface="Times New Roman" pitchFamily="18" charset="0"/>
              <a:ea typeface="Calibri" panose="020F0502020204030204" pitchFamily="34" charset="0"/>
              <a:cs typeface="Times New Roman" pitchFamily="18" charset="0"/>
            </a:endParaRPr>
          </a:p>
          <a:p>
            <a:pPr>
              <a:lnSpc>
                <a:spcPct val="150000"/>
              </a:lnSpc>
              <a:buFont typeface="Wingdings" pitchFamily="2" charset="2"/>
              <a:buChar char="Ø"/>
            </a:pPr>
            <a:r>
              <a:rPr lang="en-IN" sz="1800" dirty="0" smtClean="0">
                <a:latin typeface="Times New Roman" pitchFamily="18" charset="0"/>
                <a:ea typeface="Calibri" panose="020F0502020204030204" pitchFamily="34" charset="0"/>
                <a:cs typeface="Times New Roman" pitchFamily="18" charset="0"/>
              </a:rPr>
              <a:t>PYTHON</a:t>
            </a:r>
            <a:r>
              <a:rPr lang="en-IN" sz="1800" spc="5" dirty="0" smtClean="0">
                <a:latin typeface="Times New Roman" pitchFamily="18" charset="0"/>
                <a:ea typeface="Calibri" panose="020F0502020204030204" pitchFamily="34" charset="0"/>
                <a:cs typeface="Times New Roman" pitchFamily="18" charset="0"/>
              </a:rPr>
              <a:t> </a:t>
            </a:r>
            <a:r>
              <a:rPr lang="en-IN" sz="1800" dirty="0" smtClean="0">
                <a:latin typeface="Times New Roman" pitchFamily="18" charset="0"/>
                <a:ea typeface="Calibri" panose="020F0502020204030204" pitchFamily="34" charset="0"/>
                <a:cs typeface="Times New Roman" pitchFamily="18" charset="0"/>
              </a:rPr>
              <a:t>MANAGE.py STARTAPP </a:t>
            </a:r>
            <a:r>
              <a:rPr lang="en-IN" sz="1800" dirty="0" err="1" smtClean="0">
                <a:latin typeface="Times New Roman" pitchFamily="18" charset="0"/>
                <a:ea typeface="Calibri" panose="020F0502020204030204" pitchFamily="34" charset="0"/>
                <a:cs typeface="Times New Roman" pitchFamily="18" charset="0"/>
              </a:rPr>
              <a:t>appname</a:t>
            </a:r>
            <a:r>
              <a:rPr lang="en-IN" sz="1800" dirty="0" smtClean="0">
                <a:latin typeface="Times New Roman" pitchFamily="18" charset="0"/>
                <a:ea typeface="Calibri" panose="020F0502020204030204" pitchFamily="34" charset="0"/>
                <a:cs typeface="Times New Roman" pitchFamily="18" charset="0"/>
              </a:rPr>
              <a:t> </a:t>
            </a:r>
            <a:r>
              <a:rPr lang="en-IN" sz="1800" dirty="0" err="1" smtClean="0">
                <a:latin typeface="Times New Roman" pitchFamily="18" charset="0"/>
                <a:ea typeface="Calibri" panose="020F0502020204030204" pitchFamily="34" charset="0"/>
                <a:cs typeface="Times New Roman" pitchFamily="18" charset="0"/>
              </a:rPr>
              <a:t>Ex:cd</a:t>
            </a:r>
            <a:r>
              <a:rPr lang="en-IN" sz="1800" dirty="0" smtClean="0">
                <a:latin typeface="Times New Roman" pitchFamily="18" charset="0"/>
                <a:ea typeface="Calibri" panose="020F0502020204030204" pitchFamily="34" charset="0"/>
                <a:cs typeface="Times New Roman" pitchFamily="18" charset="0"/>
              </a:rPr>
              <a:t> </a:t>
            </a:r>
            <a:r>
              <a:rPr lang="en-IN" sz="1800" dirty="0" err="1" smtClean="0">
                <a:latin typeface="Times New Roman" pitchFamily="18" charset="0"/>
                <a:ea typeface="Calibri" panose="020F0502020204030204" pitchFamily="34" charset="0"/>
                <a:cs typeface="Times New Roman" pitchFamily="18" charset="0"/>
              </a:rPr>
              <a:t>gecr</a:t>
            </a:r>
            <a:r>
              <a:rPr lang="en-IN" sz="1800" dirty="0" smtClean="0">
                <a:latin typeface="Times New Roman" pitchFamily="18" charset="0"/>
                <a:ea typeface="Calibri" panose="020F0502020204030204" pitchFamily="34" charset="0"/>
                <a:cs typeface="Times New Roman" pitchFamily="18" charset="0"/>
              </a:rPr>
              <a:t> Python manage.py </a:t>
            </a:r>
            <a:r>
              <a:rPr lang="en-IN" sz="1800" dirty="0" err="1" smtClean="0">
                <a:latin typeface="Times New Roman" pitchFamily="18" charset="0"/>
                <a:ea typeface="Calibri" panose="020F0502020204030204" pitchFamily="34" charset="0"/>
                <a:cs typeface="Times New Roman" pitchFamily="18" charset="0"/>
              </a:rPr>
              <a:t>startapp</a:t>
            </a:r>
            <a:r>
              <a:rPr lang="en-IN" sz="1800" dirty="0" smtClean="0">
                <a:latin typeface="Times New Roman" pitchFamily="18" charset="0"/>
                <a:ea typeface="Calibri" panose="020F0502020204030204" pitchFamily="34" charset="0"/>
                <a:cs typeface="Times New Roman" pitchFamily="18" charset="0"/>
              </a:rPr>
              <a:t> student</a:t>
            </a:r>
          </a:p>
          <a:p>
            <a:pPr>
              <a:lnSpc>
                <a:spcPct val="150000"/>
              </a:lnSpc>
              <a:buFont typeface="Wingdings" pitchFamily="2" charset="2"/>
              <a:buChar char="Ø"/>
            </a:pPr>
            <a:r>
              <a:rPr lang="en-US" sz="1800" dirty="0" smtClean="0">
                <a:latin typeface="Times New Roman" pitchFamily="18" charset="0"/>
                <a:ea typeface="Trebuchet MS" panose="020B0603020202020204" pitchFamily="34" charset="0"/>
                <a:cs typeface="Times New Roman" pitchFamily="18" charset="0"/>
              </a:rPr>
              <a:t>Go</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to</a:t>
            </a:r>
            <a:r>
              <a:rPr lang="en-US" sz="1800" spc="3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application</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folder</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open</a:t>
            </a:r>
            <a:r>
              <a:rPr lang="en-US" sz="1800" spc="5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apps.py</a:t>
            </a:r>
            <a:r>
              <a:rPr lang="en-US" sz="1800" spc="3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copy</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the</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class</a:t>
            </a:r>
            <a:r>
              <a:rPr lang="en-US" sz="1800" spc="4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name</a:t>
            </a:r>
            <a:r>
              <a:rPr lang="en-US" sz="1800" spc="35"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and</a:t>
            </a:r>
            <a:r>
              <a:rPr lang="en-US" sz="1800" spc="5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paste</a:t>
            </a:r>
            <a:r>
              <a:rPr lang="en-US" sz="1800" spc="4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it</a:t>
            </a:r>
            <a:r>
              <a:rPr lang="en-US" sz="1800" spc="5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in</a:t>
            </a:r>
            <a:r>
              <a:rPr lang="en-US" sz="1800" spc="-380" dirty="0" smtClean="0">
                <a:latin typeface="Times New Roman" pitchFamily="18" charset="0"/>
                <a:ea typeface="Trebuchet MS" panose="020B0603020202020204" pitchFamily="34" charset="0"/>
                <a:cs typeface="Times New Roman" pitchFamily="18" charset="0"/>
              </a:rPr>
              <a:t>      </a:t>
            </a:r>
            <a:r>
              <a:rPr lang="en-US" sz="1800" dirty="0" err="1" smtClean="0">
                <a:latin typeface="Times New Roman" pitchFamily="18" charset="0"/>
                <a:ea typeface="Trebuchet MS" panose="020B0603020202020204" pitchFamily="34" charset="0"/>
                <a:cs typeface="Times New Roman" pitchFamily="18" charset="0"/>
              </a:rPr>
              <a:t>serverfolder</a:t>
            </a:r>
            <a:r>
              <a:rPr lang="en-US" sz="1800" dirty="0" smtClean="0">
                <a:latin typeface="Times New Roman" pitchFamily="18" charset="0"/>
                <a:ea typeface="Trebuchet MS" panose="020B0603020202020204" pitchFamily="34" charset="0"/>
                <a:cs typeface="Times New Roman" pitchFamily="18" charset="0"/>
              </a:rPr>
              <a:t>-&gt;settings.py-</a:t>
            </a:r>
            <a:r>
              <a:rPr lang="en-IN" sz="1800" dirty="0" smtClean="0">
                <a:latin typeface="Times New Roman" pitchFamily="18" charset="0"/>
                <a:ea typeface="Calibri" panose="020F0502020204030204" pitchFamily="34" charset="0"/>
                <a:cs typeface="Times New Roman" pitchFamily="18" charset="0"/>
              </a:rPr>
              <a:t>&gt;</a:t>
            </a:r>
            <a:r>
              <a:rPr lang="en-IN" sz="1800" dirty="0" err="1" smtClean="0">
                <a:latin typeface="Times New Roman" pitchFamily="18" charset="0"/>
                <a:ea typeface="Calibri" panose="020F0502020204030204" pitchFamily="34" charset="0"/>
                <a:cs typeface="Times New Roman" pitchFamily="18" charset="0"/>
              </a:rPr>
              <a:t>installed_apps</a:t>
            </a:r>
            <a:r>
              <a:rPr lang="en-IN" sz="1800" dirty="0" smtClean="0">
                <a:latin typeface="Times New Roman" pitchFamily="18" charset="0"/>
                <a:ea typeface="Calibri" panose="020F0502020204030204" pitchFamily="34" charset="0"/>
                <a:cs typeface="Times New Roman" pitchFamily="18" charset="0"/>
              </a:rPr>
              <a:t>(</a:t>
            </a:r>
            <a:r>
              <a:rPr lang="en-IN" sz="1800" dirty="0" err="1" smtClean="0">
                <a:latin typeface="Times New Roman" pitchFamily="18" charset="0"/>
                <a:ea typeface="Calibri" panose="020F0502020204030204" pitchFamily="34" charset="0"/>
                <a:cs typeface="Times New Roman" pitchFamily="18" charset="0"/>
              </a:rPr>
              <a:t>applicationname.apps.classnameConfig</a:t>
            </a:r>
            <a:r>
              <a:rPr lang="en-IN" sz="1800" dirty="0" smtClean="0">
                <a:latin typeface="Times New Roman" pitchFamily="18" charset="0"/>
                <a:ea typeface="Calibri" panose="020F0502020204030204" pitchFamily="34" charset="0"/>
                <a:cs typeface="Times New Roman" pitchFamily="18" charset="0"/>
              </a:rPr>
              <a:t>) </a:t>
            </a:r>
          </a:p>
          <a:p>
            <a:pPr>
              <a:lnSpc>
                <a:spcPct val="150000"/>
              </a:lnSpc>
              <a:buFont typeface="Wingdings" pitchFamily="2" charset="2"/>
              <a:buChar char="Ø"/>
            </a:pPr>
            <a:r>
              <a:rPr lang="en-US" sz="1800" dirty="0" smtClean="0">
                <a:latin typeface="Times New Roman" pitchFamily="18" charset="0"/>
                <a:ea typeface="Trebuchet MS" panose="020B0603020202020204" pitchFamily="34" charset="0"/>
                <a:cs typeface="Times New Roman" pitchFamily="18" charset="0"/>
              </a:rPr>
              <a:t>Copy urls.py from server folder and paste in application folder.</a:t>
            </a:r>
            <a:endParaRPr lang="en-IN" sz="1800" dirty="0" smtClean="0">
              <a:latin typeface="Times New Roman" pitchFamily="18" charset="0"/>
              <a:ea typeface="Trebuchet MS" panose="020B0603020202020204" pitchFamily="34" charset="0"/>
              <a:cs typeface="Times New Roman" pitchFamily="18" charset="0"/>
            </a:endParaRPr>
          </a:p>
          <a:p>
            <a:pPr>
              <a:lnSpc>
                <a:spcPct val="150000"/>
              </a:lnSpc>
              <a:buFont typeface="Wingdings" pitchFamily="2" charset="2"/>
              <a:buChar char="Ø"/>
            </a:pPr>
            <a:r>
              <a:rPr lang="en-US" sz="1800" dirty="0" smtClean="0">
                <a:latin typeface="Times New Roman" pitchFamily="18" charset="0"/>
                <a:ea typeface="Trebuchet MS" panose="020B0603020202020204" pitchFamily="34" charset="0"/>
                <a:cs typeface="Times New Roman" pitchFamily="18" charset="0"/>
              </a:rPr>
              <a:t>In</a:t>
            </a:r>
            <a:r>
              <a:rPr lang="en-US" sz="1800" spc="-1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ursl.py</a:t>
            </a:r>
            <a:r>
              <a:rPr lang="en-US" sz="1800" spc="-2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import</a:t>
            </a:r>
            <a:r>
              <a:rPr lang="en-US" sz="1800" spc="-1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include</a:t>
            </a:r>
            <a:r>
              <a:rPr lang="en-US" sz="1800" spc="-1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method</a:t>
            </a:r>
            <a:r>
              <a:rPr lang="en-US" sz="1800" spc="-20" dirty="0" smtClean="0">
                <a:latin typeface="Times New Roman" pitchFamily="18" charset="0"/>
                <a:ea typeface="Trebuchet MS" panose="020B0603020202020204" pitchFamily="34" charset="0"/>
                <a:cs typeface="Times New Roman" pitchFamily="18" charset="0"/>
              </a:rPr>
              <a:t> </a:t>
            </a:r>
            <a:r>
              <a:rPr lang="en-US" sz="1800" dirty="0" smtClean="0">
                <a:latin typeface="Times New Roman" pitchFamily="18" charset="0"/>
                <a:ea typeface="Trebuchet MS" panose="020B0603020202020204" pitchFamily="34" charset="0"/>
                <a:cs typeface="Times New Roman" pitchFamily="18" charset="0"/>
              </a:rPr>
              <a:t>from</a:t>
            </a:r>
            <a:r>
              <a:rPr lang="en-US" sz="1800" spc="-5" dirty="0" smtClean="0">
                <a:latin typeface="Times New Roman" pitchFamily="18" charset="0"/>
                <a:ea typeface="Trebuchet MS" panose="020B0603020202020204" pitchFamily="34" charset="0"/>
                <a:cs typeface="Times New Roman" pitchFamily="18" charset="0"/>
              </a:rPr>
              <a:t> </a:t>
            </a:r>
            <a:r>
              <a:rPr lang="en-US" sz="1800" dirty="0" err="1" smtClean="0">
                <a:latin typeface="Times New Roman" pitchFamily="18" charset="0"/>
                <a:ea typeface="Trebuchet MS" panose="020B0603020202020204" pitchFamily="34" charset="0"/>
                <a:cs typeface="Times New Roman" pitchFamily="18" charset="0"/>
              </a:rPr>
              <a:t>urls</a:t>
            </a:r>
            <a:r>
              <a:rPr lang="en-US" sz="1800" dirty="0" smtClean="0">
                <a:latin typeface="Times New Roman" pitchFamily="18" charset="0"/>
                <a:ea typeface="Trebuchet MS" panose="020B0603020202020204" pitchFamily="34" charset="0"/>
                <a:cs typeface="Times New Roman" pitchFamily="18" charset="0"/>
              </a:rPr>
              <a:t>.</a:t>
            </a:r>
          </a:p>
          <a:p>
            <a:pPr>
              <a:lnSpc>
                <a:spcPct val="150000"/>
              </a:lnSpc>
              <a:buFont typeface="Wingdings" pitchFamily="2" charset="2"/>
              <a:buChar char="Ø"/>
            </a:pPr>
            <a:r>
              <a:rPr lang="en-IN" sz="1800" dirty="0" smtClean="0">
                <a:latin typeface="Times New Roman" pitchFamily="18" charset="0"/>
                <a:ea typeface="Calibri" panose="020F0502020204030204" pitchFamily="34" charset="0"/>
                <a:cs typeface="Times New Roman" pitchFamily="18" charset="0"/>
              </a:rPr>
              <a:t>Call urls.py(of application) in project urls.py                                                                                           </a:t>
            </a:r>
            <a:r>
              <a:rPr lang="en-IN" sz="1800" kern="100" spc="-5" dirty="0" smtClean="0">
                <a:latin typeface="Times New Roman" pitchFamily="18" charset="0"/>
                <a:ea typeface="Calibri" panose="020F0502020204030204" pitchFamily="34" charset="0"/>
                <a:cs typeface="Times New Roman" pitchFamily="18" charset="0"/>
              </a:rPr>
              <a:t>Synt</a:t>
            </a:r>
            <a:r>
              <a:rPr lang="en-IN" sz="1800" kern="100" dirty="0" smtClean="0">
                <a:latin typeface="Times New Roman" pitchFamily="18" charset="0"/>
                <a:ea typeface="Calibri" panose="020F0502020204030204" pitchFamily="34" charset="0"/>
                <a:cs typeface="Times New Roman" pitchFamily="18" charset="0"/>
              </a:rPr>
              <a:t>a</a:t>
            </a:r>
            <a:r>
              <a:rPr lang="en-IN" sz="1800" kern="100" spc="-5" dirty="0" smtClean="0">
                <a:latin typeface="Times New Roman" pitchFamily="18" charset="0"/>
                <a:ea typeface="Calibri" panose="020F0502020204030204" pitchFamily="34" charset="0"/>
                <a:cs typeface="Times New Roman" pitchFamily="18" charset="0"/>
              </a:rPr>
              <a:t>x</a:t>
            </a:r>
            <a:r>
              <a:rPr lang="en-IN" sz="1800" kern="100" dirty="0" smtClean="0">
                <a:latin typeface="Times New Roman" pitchFamily="18" charset="0"/>
                <a:ea typeface="Calibri" panose="020F0502020204030204" pitchFamily="34" charset="0"/>
                <a:cs typeface="Times New Roman" pitchFamily="18" charset="0"/>
              </a:rPr>
              <a:t>:</a:t>
            </a:r>
            <a:r>
              <a:rPr lang="en-IN" sz="1800" kern="100" spc="10" dirty="0" smtClean="0">
                <a:latin typeface="Times New Roman" pitchFamily="18" charset="0"/>
                <a:ea typeface="Calibri" panose="020F0502020204030204" pitchFamily="34" charset="0"/>
                <a:cs typeface="Times New Roman" pitchFamily="18" charset="0"/>
              </a:rPr>
              <a:t> </a:t>
            </a:r>
            <a:r>
              <a:rPr lang="en-IN" sz="1800" spc="-5" dirty="0" smtClean="0">
                <a:latin typeface="Times New Roman" pitchFamily="18" charset="0"/>
                <a:ea typeface="Calibri" panose="020F0502020204030204" pitchFamily="34" charset="0"/>
                <a:cs typeface="Times New Roman" pitchFamily="18" charset="0"/>
              </a:rPr>
              <a:t>p</a:t>
            </a:r>
            <a:r>
              <a:rPr lang="en-IN" sz="1800" dirty="0" smtClean="0">
                <a:latin typeface="Times New Roman" pitchFamily="18" charset="0"/>
                <a:ea typeface="Calibri" panose="020F0502020204030204" pitchFamily="34" charset="0"/>
                <a:cs typeface="Times New Roman" pitchFamily="18" charset="0"/>
              </a:rPr>
              <a:t>a</a:t>
            </a:r>
            <a:r>
              <a:rPr lang="en-IN" sz="1800" spc="-5" dirty="0" smtClean="0">
                <a:latin typeface="Times New Roman" pitchFamily="18" charset="0"/>
                <a:ea typeface="Calibri" panose="020F0502020204030204" pitchFamily="34" charset="0"/>
                <a:cs typeface="Times New Roman" pitchFamily="18" charset="0"/>
              </a:rPr>
              <a:t>th</a:t>
            </a:r>
            <a:r>
              <a:rPr lang="en-IN" sz="1800"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a:t>
            </a:r>
            <a:r>
              <a:rPr lang="en-IN" sz="1800" spc="-15" dirty="0" smtClean="0">
                <a:latin typeface="Times New Roman" pitchFamily="18" charset="0"/>
                <a:ea typeface="Calibri" panose="020F0502020204030204" pitchFamily="34" charset="0"/>
                <a:cs typeface="Times New Roman" pitchFamily="18" charset="0"/>
              </a:rPr>
              <a:t>n</a:t>
            </a:r>
            <a:r>
              <a:rPr lang="en-IN" sz="1800" dirty="0" smtClean="0">
                <a:latin typeface="Times New Roman" pitchFamily="18" charset="0"/>
                <a:ea typeface="Calibri" panose="020F0502020204030204" pitchFamily="34" charset="0"/>
                <a:cs typeface="Times New Roman" pitchFamily="18" charset="0"/>
              </a:rPr>
              <a:t>a</a:t>
            </a:r>
            <a:r>
              <a:rPr lang="en-IN" sz="1800" spc="-5" dirty="0" smtClean="0">
                <a:latin typeface="Times New Roman" pitchFamily="18" charset="0"/>
                <a:ea typeface="Calibri" panose="020F0502020204030204" pitchFamily="34" charset="0"/>
                <a:cs typeface="Times New Roman" pitchFamily="18" charset="0"/>
              </a:rPr>
              <a:t>m</a:t>
            </a:r>
            <a:r>
              <a:rPr lang="en-IN" sz="1800" dirty="0" smtClean="0">
                <a:latin typeface="Times New Roman" pitchFamily="18" charset="0"/>
                <a:ea typeface="Calibri" panose="020F0502020204030204" pitchFamily="34" charset="0"/>
                <a:cs typeface="Times New Roman" pitchFamily="18" charset="0"/>
              </a:rPr>
              <a:t>e</a:t>
            </a:r>
            <a:r>
              <a:rPr lang="en-IN" sz="1800" spc="-5"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a:t>
            </a:r>
            <a:r>
              <a:rPr lang="en-IN" sz="1800" spc="-5" dirty="0" smtClean="0">
                <a:latin typeface="Times New Roman" pitchFamily="18" charset="0"/>
                <a:ea typeface="Calibri" panose="020F0502020204030204" pitchFamily="34" charset="0"/>
                <a:cs typeface="Times New Roman" pitchFamily="18" charset="0"/>
              </a:rPr>
              <a:t>includ</a:t>
            </a:r>
            <a:r>
              <a:rPr lang="en-IN" sz="1800" dirty="0" smtClean="0">
                <a:latin typeface="Times New Roman" pitchFamily="18" charset="0"/>
                <a:ea typeface="Calibri" panose="020F0502020204030204" pitchFamily="34" charset="0"/>
                <a:cs typeface="Times New Roman" pitchFamily="18" charset="0"/>
              </a:rPr>
              <a:t>e(</a:t>
            </a:r>
            <a:r>
              <a:rPr lang="en-IN" sz="1800" spc="-5" dirty="0" smtClean="0">
                <a:latin typeface="Times New Roman" pitchFamily="18" charset="0"/>
                <a:ea typeface="Calibri" panose="020F0502020204030204" pitchFamily="34" charset="0"/>
                <a:cs typeface="Times New Roman" pitchFamily="18" charset="0"/>
              </a:rPr>
              <a:t>'</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pplic</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t</a:t>
            </a:r>
            <a:r>
              <a:rPr lang="en-IN" sz="1800" spc="5" dirty="0" err="1" smtClean="0">
                <a:latin typeface="Times New Roman" pitchFamily="18" charset="0"/>
                <a:ea typeface="Calibri" panose="020F0502020204030204" pitchFamily="34" charset="0"/>
                <a:cs typeface="Times New Roman" pitchFamily="18" charset="0"/>
              </a:rPr>
              <a:t>i</a:t>
            </a:r>
            <a:r>
              <a:rPr lang="en-IN" sz="1800" spc="-5" dirty="0" err="1" smtClean="0">
                <a:latin typeface="Times New Roman" pitchFamily="18" charset="0"/>
                <a:ea typeface="Calibri" panose="020F0502020204030204" pitchFamily="34" charset="0"/>
                <a:cs typeface="Times New Roman" pitchFamily="18" charset="0"/>
              </a:rPr>
              <a:t>onn</a:t>
            </a:r>
            <a:r>
              <a:rPr lang="en-IN" sz="1800" dirty="0" err="1" smtClean="0">
                <a:latin typeface="Times New Roman" pitchFamily="18" charset="0"/>
                <a:ea typeface="Calibri" panose="020F0502020204030204" pitchFamily="34" charset="0"/>
                <a:cs typeface="Times New Roman" pitchFamily="18" charset="0"/>
              </a:rPr>
              <a:t>a</a:t>
            </a:r>
            <a:r>
              <a:rPr lang="en-IN" sz="1800" spc="-5" dirty="0" err="1" smtClean="0">
                <a:latin typeface="Times New Roman" pitchFamily="18" charset="0"/>
                <a:ea typeface="Calibri" panose="020F0502020204030204" pitchFamily="34" charset="0"/>
                <a:cs typeface="Times New Roman" pitchFamily="18" charset="0"/>
              </a:rPr>
              <a:t>m</a:t>
            </a:r>
            <a:r>
              <a:rPr lang="en-IN" sz="1800" dirty="0" err="1" smtClean="0">
                <a:latin typeface="Times New Roman" pitchFamily="18" charset="0"/>
                <a:ea typeface="Calibri" panose="020F0502020204030204" pitchFamily="34" charset="0"/>
                <a:cs typeface="Times New Roman" pitchFamily="18" charset="0"/>
              </a:rPr>
              <a:t>e</a:t>
            </a:r>
            <a:r>
              <a:rPr lang="en-IN" sz="1800" spc="-5" dirty="0" err="1" smtClean="0">
                <a:latin typeface="Times New Roman" pitchFamily="18" charset="0"/>
                <a:ea typeface="Calibri" panose="020F0502020204030204" pitchFamily="34" charset="0"/>
                <a:cs typeface="Times New Roman" pitchFamily="18" charset="0"/>
              </a:rPr>
              <a:t>.url</a:t>
            </a:r>
            <a:r>
              <a:rPr lang="en-IN" sz="1800" dirty="0" err="1" smtClean="0">
                <a:latin typeface="Times New Roman" pitchFamily="18" charset="0"/>
                <a:ea typeface="Calibri" panose="020F0502020204030204" pitchFamily="34" charset="0"/>
                <a:cs typeface="Times New Roman" pitchFamily="18" charset="0"/>
              </a:rPr>
              <a:t>s</a:t>
            </a:r>
            <a:endParaRPr lang="en-US" sz="1800" dirty="0">
              <a:latin typeface="Times New Roman" pitchFamily="18" charset="0"/>
              <a:cs typeface="Times New Roman" pitchFamily="18" charset="0"/>
            </a:endParaRPr>
          </a:p>
        </p:txBody>
      </p:sp>
      <p:pic>
        <p:nvPicPr>
          <p:cNvPr id="4" name="Picture 3" descr="WhatsApp Image 2024-06-26 at 11.23.08 PM.jpeg"/>
          <p:cNvPicPr>
            <a:picLocks noChangeAspect="1"/>
          </p:cNvPicPr>
          <p:nvPr/>
        </p:nvPicPr>
        <p:blipFill>
          <a:blip r:embed="rId3"/>
          <a:stretch>
            <a:fillRect/>
          </a:stretch>
        </p:blipFill>
        <p:spPr>
          <a:xfrm>
            <a:off x="5183560" y="3075806"/>
            <a:ext cx="3960440" cy="19442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9"/>
        <p:cNvGrpSpPr/>
        <p:nvPr/>
      </p:nvGrpSpPr>
      <p:grpSpPr>
        <a:xfrm>
          <a:off x="0" y="0"/>
          <a:ext cx="0" cy="0"/>
          <a:chOff x="0" y="0"/>
          <a:chExt cx="0" cy="0"/>
        </a:xfrm>
      </p:grpSpPr>
      <p:sp>
        <p:nvSpPr>
          <p:cNvPr id="2" name="TextBox 1"/>
          <p:cNvSpPr txBox="1"/>
          <p:nvPr/>
        </p:nvSpPr>
        <p:spPr>
          <a:xfrm>
            <a:off x="0" y="555526"/>
            <a:ext cx="9144000" cy="523220"/>
          </a:xfrm>
          <a:prstGeom prst="rect">
            <a:avLst/>
          </a:prstGeom>
          <a:noFill/>
        </p:spPr>
        <p:txBody>
          <a:bodyPr wrap="square" rtlCol="0">
            <a:spAutoFit/>
          </a:bodyPr>
          <a:lstStyle/>
          <a:p>
            <a:pPr algn="ctr"/>
            <a:r>
              <a:rPr lang="en-US" sz="2800" b="1" dirty="0" smtClean="0">
                <a:solidFill>
                  <a:schemeClr val="accent2">
                    <a:lumMod val="50000"/>
                  </a:schemeClr>
                </a:solidFill>
                <a:latin typeface="Algerian" pitchFamily="82" charset="0"/>
              </a:rPr>
              <a:t>DEMONSTRATION OF INTERNSHIP PROJECT</a:t>
            </a:r>
            <a:endParaRPr lang="en-US" sz="2800" b="1" dirty="0">
              <a:solidFill>
                <a:schemeClr val="accent2">
                  <a:lumMod val="50000"/>
                </a:schemeClr>
              </a:solidFill>
              <a:latin typeface="Algerian" pitchFamily="82" charset="0"/>
            </a:endParaRPr>
          </a:p>
        </p:txBody>
      </p:sp>
      <p:pic>
        <p:nvPicPr>
          <p:cNvPr id="9" name="Picture 8" descr="demo5.jpg">
            <a:hlinkClick r:id="rId3"/>
          </p:cNvPr>
          <p:cNvPicPr>
            <a:picLocks noChangeAspect="1"/>
          </p:cNvPicPr>
          <p:nvPr/>
        </p:nvPicPr>
        <p:blipFill>
          <a:blip r:embed="rId4"/>
          <a:stretch>
            <a:fillRect/>
          </a:stretch>
        </p:blipFill>
        <p:spPr>
          <a:xfrm>
            <a:off x="611560" y="1275606"/>
            <a:ext cx="7992888" cy="3384376"/>
          </a:xfrm>
          <a:prstGeom prst="rect">
            <a:avLst/>
          </a:prstGeom>
          <a:ln>
            <a:noFill/>
          </a:ln>
          <a:effectLst>
            <a:softEdge rad="112500"/>
          </a:effectLst>
        </p:spPr>
      </p:pic>
      <p:sp>
        <p:nvSpPr>
          <p:cNvPr id="14" name="TextBox 13">
            <a:hlinkClick r:id="rId3"/>
          </p:cNvPr>
          <p:cNvSpPr txBox="1"/>
          <p:nvPr/>
        </p:nvSpPr>
        <p:spPr>
          <a:xfrm>
            <a:off x="5724128" y="4620280"/>
            <a:ext cx="1512168" cy="430887"/>
          </a:xfrm>
          <a:prstGeom prst="rect">
            <a:avLst/>
          </a:prstGeom>
          <a:noFill/>
        </p:spPr>
        <p:txBody>
          <a:bodyPr wrap="square" rtlCol="0">
            <a:spAutoFit/>
          </a:bodyPr>
          <a:lstStyle/>
          <a:p>
            <a:r>
              <a:rPr lang="en-US" sz="800" dirty="0" smtClean="0">
                <a:solidFill>
                  <a:schemeClr val="bg1">
                    <a:lumMod val="60000"/>
                    <a:lumOff val="40000"/>
                  </a:schemeClr>
                </a:solidFill>
                <a:hlinkClick r:id="rId3"/>
              </a:rPr>
              <a:t>demo</a:t>
            </a:r>
            <a:endParaRPr lang="en-US" sz="800" dirty="0" smtClean="0">
              <a:solidFill>
                <a:schemeClr val="bg1">
                  <a:lumMod val="60000"/>
                  <a:lumOff val="40000"/>
                </a:schemeClr>
              </a:solidFill>
            </a:endParaRPr>
          </a:p>
          <a:p>
            <a:endParaRPr lang="en-US" dirty="0"/>
          </a:p>
        </p:txBody>
      </p:sp>
    </p:spTree>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2"/>
        <p:cNvGrpSpPr/>
        <p:nvPr/>
      </p:nvGrpSpPr>
      <p:grpSpPr>
        <a:xfrm>
          <a:off x="0" y="0"/>
          <a:ext cx="0" cy="0"/>
          <a:chOff x="0" y="0"/>
          <a:chExt cx="0" cy="0"/>
        </a:xfrm>
      </p:grpSpPr>
      <p:sp>
        <p:nvSpPr>
          <p:cNvPr id="2" name="TextBox 1"/>
          <p:cNvSpPr txBox="1"/>
          <p:nvPr/>
        </p:nvSpPr>
        <p:spPr>
          <a:xfrm>
            <a:off x="755576" y="339502"/>
            <a:ext cx="7632848" cy="523220"/>
          </a:xfrm>
          <a:prstGeom prst="rect">
            <a:avLst/>
          </a:prstGeom>
          <a:noFill/>
        </p:spPr>
        <p:txBody>
          <a:bodyPr wrap="square" rtlCol="0">
            <a:spAutoFit/>
          </a:bodyPr>
          <a:lstStyle/>
          <a:p>
            <a:pPr algn="ctr"/>
            <a:r>
              <a:rPr lang="en-IN" sz="2800" b="1" dirty="0" smtClean="0">
                <a:solidFill>
                  <a:schemeClr val="accent2">
                    <a:lumMod val="50000"/>
                  </a:schemeClr>
                </a:solidFill>
                <a:latin typeface="Algerian" pitchFamily="82" charset="0"/>
              </a:rPr>
              <a:t>CONCLUSION</a:t>
            </a:r>
            <a:endParaRPr lang="en-US" sz="2800" b="1" dirty="0">
              <a:solidFill>
                <a:schemeClr val="accent2">
                  <a:lumMod val="50000"/>
                </a:schemeClr>
              </a:solidFill>
              <a:latin typeface="Algerian" pitchFamily="82" charset="0"/>
            </a:endParaRPr>
          </a:p>
        </p:txBody>
      </p:sp>
      <p:sp>
        <p:nvSpPr>
          <p:cNvPr id="3" name="TextBox 2"/>
          <p:cNvSpPr txBox="1"/>
          <p:nvPr/>
        </p:nvSpPr>
        <p:spPr>
          <a:xfrm>
            <a:off x="467544" y="843559"/>
            <a:ext cx="8208912" cy="3970318"/>
          </a:xfrm>
          <a:prstGeom prst="rect">
            <a:avLst/>
          </a:prstGeom>
          <a:noFill/>
        </p:spPr>
        <p:txBody>
          <a:bodyPr wrap="square" rtlCol="0">
            <a:spAutoFit/>
          </a:bodyPr>
          <a:lstStyle/>
          <a:p>
            <a:pPr marL="342900" indent="-342900">
              <a:buFont typeface="Wingdings" pitchFamily="2" charset="2"/>
              <a:buChar char="Ø"/>
            </a:pP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is a web application framework built with Python. It allows us to easily create dynamic web apps using Python.</a:t>
            </a:r>
          </a:p>
          <a:p>
            <a:pPr marL="342900" indent="-342900">
              <a:buFont typeface="Wingdings" pitchFamily="2" charset="2"/>
              <a:buChar char="Ø"/>
            </a:pPr>
            <a:r>
              <a:rPr lang="en-US" sz="1800" dirty="0" smtClean="0">
                <a:latin typeface="Times New Roman" pitchFamily="18" charset="0"/>
                <a:cs typeface="Times New Roman" pitchFamily="18" charset="0"/>
              </a:rPr>
              <a:t>It provides powerful functionalities and concise syntax to help programmers deal with the database.</a:t>
            </a:r>
          </a:p>
          <a:p>
            <a:pPr marL="342900" indent="-342900">
              <a:buFont typeface="Wingdings" pitchFamily="2" charset="2"/>
              <a:buChar char="Ø"/>
            </a:pPr>
            <a:r>
              <a:rPr lang="en-US" sz="1800" dirty="0" smtClean="0">
                <a:latin typeface="Times New Roman" pitchFamily="18" charset="0"/>
                <a:cs typeface="Times New Roman" pitchFamily="18" charset="0"/>
              </a:rPr>
              <a:t>Python is an interpreted, object-oriented, high-level programming language with dynamic semantics. </a:t>
            </a:r>
          </a:p>
          <a:p>
            <a:pPr marL="342900" indent="-342900">
              <a:buFont typeface="Wingdings" pitchFamily="2" charset="2"/>
              <a:buChar char="Ø"/>
            </a:pPr>
            <a:r>
              <a:rPr lang="en-US" sz="1800" dirty="0" smtClean="0">
                <a:latin typeface="Times New Roman" pitchFamily="18" charset="0"/>
                <a:cs typeface="Times New Roman" pitchFamily="18" charset="0"/>
              </a:rPr>
              <a:t>It supports modules and packages, which encourages program modularity and code reuse.</a:t>
            </a:r>
          </a:p>
          <a:p>
            <a:pPr marL="342900" indent="-342900">
              <a:buFont typeface="Wingdings" pitchFamily="2" charset="2"/>
              <a:buChar char="Ø"/>
            </a:pPr>
            <a:r>
              <a:rPr lang="en-US" sz="1800" dirty="0" smtClean="0">
                <a:latin typeface="Times New Roman" pitchFamily="18" charset="0"/>
                <a:cs typeface="Times New Roman" pitchFamily="18" charset="0"/>
              </a:rPr>
              <a:t>I gained experience in using various tools and technologies, such as Sublime text, command prompt and </a:t>
            </a:r>
            <a:r>
              <a:rPr lang="en-US" sz="1800" dirty="0" err="1" smtClean="0">
                <a:latin typeface="Times New Roman" pitchFamily="18" charset="0"/>
                <a:cs typeface="Times New Roman" pitchFamily="18" charset="0"/>
              </a:rPr>
              <a:t>Django</a:t>
            </a:r>
            <a:r>
              <a:rPr lang="en-US" sz="1800" dirty="0" smtClean="0">
                <a:latin typeface="Times New Roman" pitchFamily="18" charset="0"/>
                <a:cs typeface="Times New Roman" pitchFamily="18" charset="0"/>
              </a:rPr>
              <a:t>. </a:t>
            </a:r>
          </a:p>
          <a:p>
            <a:pPr marL="342900" indent="-342900">
              <a:buFont typeface="Wingdings" pitchFamily="2" charset="2"/>
              <a:buChar char="Ø"/>
            </a:pPr>
            <a:r>
              <a:rPr lang="en-US" sz="1800" dirty="0" smtClean="0">
                <a:latin typeface="Times New Roman" pitchFamily="18" charset="0"/>
                <a:cs typeface="Times New Roman" pitchFamily="18" charset="0"/>
              </a:rPr>
              <a:t>The project also enabled me to work in a team environment and develop problem-solving skills.  </a:t>
            </a:r>
            <a:endParaRPr lang="en-IN" sz="1800" dirty="0" smtClean="0">
              <a:latin typeface="Times New Roman" pitchFamily="18" charset="0"/>
              <a:ea typeface="Calibri" panose="020F0502020204030204" pitchFamily="34" charset="0"/>
              <a:cs typeface="Times New Roman" pitchFamily="18" charset="0"/>
            </a:endParaRPr>
          </a:p>
          <a:p>
            <a:pPr marL="342900" indent="-342900">
              <a:buFont typeface="Wingdings" pitchFamily="2" charset="2"/>
              <a:buChar char="Ø"/>
            </a:pPr>
            <a:endParaRPr lang="en-IN" sz="1800" dirty="0" smtClean="0">
              <a:latin typeface="Times New Roman" pitchFamily="18" charset="0"/>
              <a:ea typeface="Calibri" panose="020F0502020204030204" pitchFamily="34" charset="0"/>
              <a:cs typeface="Times New Roman" pitchFamily="18" charset="0"/>
            </a:endParaRPr>
          </a:p>
          <a:p>
            <a:endParaRPr lang="en-US" sz="1800" dirty="0">
              <a:latin typeface="Times New Roman" pitchFamily="18" charset="0"/>
              <a:cs typeface="Times New Roman" pitchFamily="18" charset="0"/>
            </a:endParaRPr>
          </a:p>
        </p:txBody>
      </p:sp>
    </p:spTree>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2"/>
        <p:cNvGrpSpPr/>
        <p:nvPr/>
      </p:nvGrpSpPr>
      <p:grpSpPr>
        <a:xfrm>
          <a:off x="0" y="0"/>
          <a:ext cx="0" cy="0"/>
          <a:chOff x="0" y="0"/>
          <a:chExt cx="0" cy="0"/>
        </a:xfrm>
      </p:grpSpPr>
      <p:pic>
        <p:nvPicPr>
          <p:cNvPr id="9" name="Picture 8" descr="TQ7.jpg"/>
          <p:cNvPicPr>
            <a:picLocks noChangeAspect="1"/>
          </p:cNvPicPr>
          <p:nvPr/>
        </p:nvPicPr>
        <p:blipFill>
          <a:blip r:embed="rId3"/>
          <a:stretch>
            <a:fillRect/>
          </a:stretch>
        </p:blipFill>
        <p:spPr>
          <a:xfrm>
            <a:off x="0" y="0"/>
            <a:ext cx="9144000" cy="5143500"/>
          </a:xfrm>
          <a:prstGeom prst="rect">
            <a:avLst/>
          </a:prstGeom>
          <a:ln>
            <a:noFill/>
          </a:ln>
          <a:effectLst>
            <a:softEdge rad="112500"/>
          </a:effectLst>
        </p:spPr>
      </p:pic>
    </p:spTree>
  </p:cSld>
  <p:clrMapOvr>
    <a:masterClrMapping/>
  </p:clrMapOvr>
  <p:transition spd="slow">
    <p:diamond/>
  </p:transition>
  <p:timing>
    <p:tnLst>
      <p:par>
        <p:cTn id="1" dur="indefinite" restart="never" nodeType="tmRoot"/>
      </p:par>
    </p:tnLst>
  </p:timing>
</p:sld>
</file>

<file path=ppt/theme/theme1.xml><?xml version="1.0" encoding="utf-8"?>
<a:theme xmlns:a="http://schemas.openxmlformats.org/drawingml/2006/main" name="Introduction to Coding Workshop by Slidesgo">
  <a:themeElements>
    <a:clrScheme name="Custom 26">
      <a:dk1>
        <a:srgbClr val="1D1D1D"/>
      </a:dk1>
      <a:lt1>
        <a:srgbClr val="31EBFF"/>
      </a:lt1>
      <a:dk2>
        <a:srgbClr val="0C0A9E"/>
      </a:dk2>
      <a:lt2>
        <a:srgbClr val="EB9109"/>
      </a:lt2>
      <a:accent1>
        <a:srgbClr val="8208D5"/>
      </a:accent1>
      <a:accent2>
        <a:srgbClr val="BFBEF7"/>
      </a:accent2>
      <a:accent3>
        <a:srgbClr val="1D1D1D"/>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447</TotalTime>
  <Words>975</Words>
  <Application>Microsoft Office PowerPoint</Application>
  <PresentationFormat>On-screen Show (16:9)</PresentationFormat>
  <Paragraphs>101</Paragraphs>
  <Slides>17</Slides>
  <Notes>17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Arial</vt:lpstr>
      <vt:lpstr>Times New Roman</vt:lpstr>
      <vt:lpstr>Algerian</vt:lpstr>
      <vt:lpstr>IBM Plex Mono</vt:lpstr>
      <vt:lpstr>Wingdings</vt:lpstr>
      <vt:lpstr>Poppins</vt:lpstr>
      <vt:lpstr>Calibri</vt:lpstr>
      <vt:lpstr>Trebuchet MS</vt:lpstr>
      <vt:lpstr>Roboto Condensed Light</vt:lpstr>
      <vt:lpstr>Open Sans</vt:lpstr>
      <vt:lpstr>Source Code Pro</vt:lpstr>
      <vt:lpstr>Introduction to Coding Workshop by Slidesgo</vt:lpstr>
      <vt:lpstr>Slide 1</vt:lpstr>
      <vt:lpstr>CONTENTS</vt:lpstr>
      <vt:lpstr>Slide 3</vt:lpstr>
      <vt:lpstr>INTRODUCTION</vt:lpstr>
      <vt:lpstr>Slide 5</vt:lpstr>
      <vt:lpstr>Slide 6</vt:lpstr>
      <vt:lpstr>ADVANTAGES &amp; DISADVANTAGES OF DJANGO </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Coding Workshop</dc:title>
  <dc:creator>DEEPIKA BIRADAR</dc:creator>
  <cp:lastModifiedBy>GEETA</cp:lastModifiedBy>
  <cp:revision>56</cp:revision>
  <dcterms:modified xsi:type="dcterms:W3CDTF">2024-08-30T07:08:39Z</dcterms:modified>
</cp:coreProperties>
</file>